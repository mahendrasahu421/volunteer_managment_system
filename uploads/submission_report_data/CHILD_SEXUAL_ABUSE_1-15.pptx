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EA8AF-26F6-16B3-211B-F1DFE5E699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168F1-565A-4D70-12C2-A2ADC89C78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9A49E-C01B-E860-DB47-391540898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D7651-50DF-42F2-8983-44A8B347A839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36B74-D4A8-1F38-8FD8-46E6F44D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F2C15-5D25-DC70-17DB-4D7676142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52B4-CB62-4213-A0D8-7FF7AB960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276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75DD5-C2C7-F556-FF07-DE77856C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D5872-B131-8B43-9EE4-3F2B9D790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36E01-6118-BFE0-8B99-21EB293CD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D7651-50DF-42F2-8983-44A8B347A839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3FF60-DFF8-CA28-7E59-947749F44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F681F-13B4-88E4-214D-681C7D179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52B4-CB62-4213-A0D8-7FF7AB960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531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0A1AF-8B0B-AB66-055D-71F31C4D8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B89D6-4AEC-1942-2419-4936D4F0A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1EBE2-EEF4-C453-3BFB-0AF26B60A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D7651-50DF-42F2-8983-44A8B347A839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22A8B-EF3F-DC07-71C7-06C13BF2A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0622E-B9C2-C5C1-1768-0C43100C3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52B4-CB62-4213-A0D8-7FF7AB960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193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DB4D6-5B3C-707E-2E2B-22B976909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C53B7-0F96-166B-B15E-8B461204D0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BF32CE-BCF4-BBB2-0CDD-FB32D2B2C2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04D1A-2E19-ECB2-EA13-C1BCA031E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D7651-50DF-42F2-8983-44A8B347A839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D6CB4-2A21-4BAF-F5D6-7D95CE688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EACDF3-145C-4C10-E1F0-F5FACFAE6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52B4-CB62-4213-A0D8-7FF7AB960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716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8E863-92A9-C9DA-39D8-E66DFB9F0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06EF90-30C0-90B2-4930-C985137C5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925705-FFC3-E0A5-53AF-E8FEDDE10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8EA8B0-4F50-26AD-DFCF-91348B6445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796A72-F125-D1B8-56FB-BC9C22D3D0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F17A8E-357B-EE3C-4B39-269E6BE69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D7651-50DF-42F2-8983-44A8B347A839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82A624-CFE7-988C-E675-410474EAF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9A61F0-16FF-8FAE-3B34-237272910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52B4-CB62-4213-A0D8-7FF7AB960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87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32E7E-C9AE-4A13-F13A-B75D394F1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51C3D7-F04D-777B-1480-8633260C5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D7651-50DF-42F2-8983-44A8B347A839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AC64DF-639D-0D83-E458-A52ECB9FB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DC689A-6B1F-1C39-FCA8-B69785EC1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52B4-CB62-4213-A0D8-7FF7AB960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227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9535E-0E91-47A2-4FCF-F69653D02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D7651-50DF-42F2-8983-44A8B347A839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AD1F12-9D00-A26F-1F48-D0D0458F9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78EF2-117F-DF55-DAA1-4F55EBCBE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52B4-CB62-4213-A0D8-7FF7AB960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450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9C372-A221-85D7-A815-A309DF60A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1C581-0C12-34D5-B4B8-F980CB071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241153-BDD9-754D-69CF-565AE3273A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0D5D05-4F52-CD8C-67E4-46110F641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D7651-50DF-42F2-8983-44A8B347A839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23315-93CA-050D-B0F3-7BD28038E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3AE27F-A54B-81F0-D70B-7E353EAEB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52B4-CB62-4213-A0D8-7FF7AB960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691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55A19-1CA2-6EA7-EAC4-9182BE5AD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3EF62B-319E-6AAD-3963-B33C8D4BED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C01291-E346-26D4-156A-30C252F36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B4C972-4D46-2341-A1B1-1A5E7A4C6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D7651-50DF-42F2-8983-44A8B347A839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9DD4B4-CE88-AE19-168D-0CA7BF8E9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440D33-BCBA-AE75-E8F4-E50833F3E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52B4-CB62-4213-A0D8-7FF7AB960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2572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04DAA-2DD9-9A80-EE0E-3696588BF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CA30CC-3B78-4570-4783-178ACAE3C4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41EAF-8B06-BA5A-4FDF-D05EA4C37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D7651-50DF-42F2-8983-44A8B347A839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D1588-C6A4-5BFA-235C-6509B7CB7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5BC4C-7EAB-BD1C-8CEE-529D7E3B1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52B4-CB62-4213-A0D8-7FF7AB960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66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02A475-9CB3-C51E-3A1F-0D62AD7B42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5111B6-2C0C-E1CD-828D-D9FC80AC6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CD60D-78C0-BE96-C62F-DE53E2617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D7651-50DF-42F2-8983-44A8B347A839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F24C1-453E-6440-1106-6A5E83448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AC4E2-2337-87C9-516B-B62426A73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52B4-CB62-4213-A0D8-7FF7AB960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8467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33ACAF-67E0-8FAE-4163-EB787A9CC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3042E-143B-B741-1CAC-EC606B205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0D11B-0356-48AF-17EC-2D2E2640C0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5D7651-50DF-42F2-8983-44A8B347A839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F455A-83B0-4648-4D26-81F9C30D0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C0D54-8B97-F5F5-32C3-D4AC25A7BE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5852B4-CB62-4213-A0D8-7FF7AB960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4658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A2E4C-5F9D-B60C-C258-B0FBF1B7FF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7392" y="2734056"/>
            <a:ext cx="9558528" cy="1389888"/>
          </a:xfrm>
        </p:spPr>
        <p:txBody>
          <a:bodyPr>
            <a:normAutofit/>
          </a:bodyPr>
          <a:lstStyle/>
          <a:p>
            <a:r>
              <a:rPr lang="en-IN" sz="7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CHILD</a:t>
            </a:r>
            <a:r>
              <a:rPr lang="en-IN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IN" sz="7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SEXUAL</a:t>
            </a:r>
            <a:r>
              <a:rPr lang="en-IN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IN" sz="7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ABUSE</a:t>
            </a:r>
          </a:p>
        </p:txBody>
      </p:sp>
    </p:spTree>
    <p:extLst>
      <p:ext uri="{BB962C8B-B14F-4D97-AF65-F5344CB8AC3E}">
        <p14:creationId xmlns:p14="http://schemas.microsoft.com/office/powerpoint/2010/main" val="174443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BF650-6FD2-E85B-C4B0-7D9933A9A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8024" y="328549"/>
            <a:ext cx="10515600" cy="1325563"/>
          </a:xfrm>
        </p:spPr>
        <p:txBody>
          <a:bodyPr/>
          <a:lstStyle/>
          <a:p>
            <a:r>
              <a:rPr lang="en-IN" dirty="0"/>
              <a:t>    </a:t>
            </a: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b="1" dirty="0"/>
              <a:t>: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E7489-23B0-1F2E-BC0E-1DECA7503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8024" y="1416368"/>
            <a:ext cx="684885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  </a:t>
            </a:r>
            <a:r>
              <a:rPr lang="en-US" sz="2400" dirty="0"/>
              <a:t>What’s your favorite way to feel safe and cozy?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 </a:t>
            </a:r>
            <a:r>
              <a:rPr lang="en-US" sz="2000" b="1" dirty="0"/>
              <a:t>(e.g., blanket, family, a pet)Everyone has the right to feel safe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b="1" dirty="0"/>
              <a:t>  </a:t>
            </a:r>
            <a:r>
              <a:rPr lang="en-US" sz="2400" dirty="0"/>
              <a:t>What Does “My Body Belongs to Me” Mean?</a:t>
            </a:r>
          </a:p>
          <a:p>
            <a:pPr marL="0" indent="0">
              <a:buNone/>
            </a:pPr>
            <a:r>
              <a:rPr lang="en-US" sz="2400" dirty="0"/>
              <a:t>. </a:t>
            </a:r>
            <a:r>
              <a:rPr lang="en-US" sz="2000" b="1" dirty="0"/>
              <a:t>My body is </a:t>
            </a:r>
            <a:r>
              <a:rPr lang="en-US" sz="2000" b="1" dirty="0" err="1"/>
              <a:t>mine.I</a:t>
            </a:r>
            <a:r>
              <a:rPr lang="en-US" sz="2000" b="1" dirty="0"/>
              <a:t> have the right to feel safe and comfortable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400" dirty="0"/>
              <a:t>. </a:t>
            </a:r>
            <a:r>
              <a:rPr lang="en-US" sz="2000" b="1" dirty="0"/>
              <a:t>No one should touch me in a way that makes me feel bad.</a:t>
            </a:r>
          </a:p>
          <a:p>
            <a:pPr marL="0" indent="0">
              <a:buNone/>
            </a:pP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51770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3C62-D289-B9A6-E758-6DC88CFB9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1004" y="252982"/>
            <a:ext cx="5131279" cy="1325563"/>
          </a:xfrm>
        </p:spPr>
        <p:txBody>
          <a:bodyPr/>
          <a:lstStyle/>
          <a:p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PRIVATE</a:t>
            </a:r>
            <a:r>
              <a:rPr lang="en-IN" dirty="0"/>
              <a:t> </a:t>
            </a: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PARTS</a:t>
            </a:r>
            <a:r>
              <a:rPr lang="en-IN" dirty="0"/>
              <a:t> </a:t>
            </a: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78B2A-B89B-B826-081A-F68925DA4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2430" y="1457865"/>
            <a:ext cx="5676181" cy="22342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.These parts are special and belong only to you .</a:t>
            </a:r>
          </a:p>
          <a:p>
            <a:pPr marL="0" indent="0">
              <a:buNone/>
            </a:pPr>
            <a:r>
              <a:rPr lang="en-US" sz="2400" b="1" dirty="0"/>
              <a:t>.No one has the right to  look or touch your private parts</a:t>
            </a:r>
            <a:endParaRPr lang="en-IN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8A2F00-3CE8-2CD0-BC40-F6C702147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0535" y="1897812"/>
            <a:ext cx="3335547" cy="250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688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30B76-93BA-E77D-0AEF-FDF4CB723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               </a:t>
            </a: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SAFE</a:t>
            </a: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TOUCH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06D0B-B31F-566F-3988-92200F019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7208" y="1459865"/>
            <a:ext cx="622706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 . </a:t>
            </a:r>
            <a:r>
              <a:rPr lang="en-US" sz="2200" b="1" dirty="0"/>
              <a:t>A Safe touch is a kind and caring touch that makes you feel </a:t>
            </a:r>
            <a:r>
              <a:rPr lang="en-US" sz="2200" b="1" dirty="0" err="1"/>
              <a:t>happy,loved</a:t>
            </a:r>
            <a:r>
              <a:rPr lang="en-US" sz="2200" b="1" dirty="0"/>
              <a:t> and comfortable. </a:t>
            </a:r>
          </a:p>
          <a:p>
            <a:pPr marL="0" indent="0">
              <a:buNone/>
            </a:pPr>
            <a:r>
              <a:rPr lang="en-US" sz="2200" b="1" dirty="0"/>
              <a:t> .It never hurts you or makes you feel scared or confused.  </a:t>
            </a:r>
          </a:p>
          <a:p>
            <a:pPr marL="0" indent="0">
              <a:buNone/>
            </a:pPr>
            <a:r>
              <a:rPr lang="en-US" sz="2200" b="1" dirty="0"/>
              <a:t> .Examples of Safe Touch:  A hug from your parents or  grandparents when you’re feeling sad .</a:t>
            </a:r>
          </a:p>
          <a:p>
            <a:pPr marL="0" indent="0">
              <a:buNone/>
            </a:pPr>
            <a:r>
              <a:rPr lang="en-US" sz="2200" b="1" dirty="0"/>
              <a:t> . A pat on the back from your teacher for doing good </a:t>
            </a:r>
            <a:r>
              <a:rPr lang="en-US" sz="2200" b="1" dirty="0" err="1"/>
              <a:t>workHolding</a:t>
            </a:r>
            <a:r>
              <a:rPr lang="en-US" sz="2200" b="1" dirty="0"/>
              <a:t>  hands with a friend while walking.</a:t>
            </a:r>
          </a:p>
          <a:p>
            <a:pPr marL="0" indent="0">
              <a:buNone/>
            </a:pPr>
            <a:r>
              <a:rPr lang="en-US" sz="2200" b="1" dirty="0"/>
              <a:t> .A high-five when you win a game.</a:t>
            </a:r>
          </a:p>
          <a:p>
            <a:pPr marL="0" indent="0">
              <a:buNone/>
            </a:pPr>
            <a:r>
              <a:rPr lang="en-US" sz="2200" b="1" dirty="0"/>
              <a:t> .A doctor’s check-up when your parents are with </a:t>
            </a:r>
            <a:r>
              <a:rPr lang="en-US" sz="2200" b="1" dirty="0" err="1"/>
              <a:t>youYour</a:t>
            </a:r>
            <a:r>
              <a:rPr lang="en-US" sz="2200" b="1" dirty="0"/>
              <a:t> mom or  dad helping you take a bath or get dressed </a:t>
            </a:r>
            <a:endParaRPr lang="en-IN" sz="2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7E87C9-4282-AD1E-8E56-E08E86E2B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5259" y="1933070"/>
            <a:ext cx="2756193" cy="312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390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2E9EA-F436-3DC4-302D-FD79FD64E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320" y="346837"/>
            <a:ext cx="10515600" cy="1325563"/>
          </a:xfrm>
        </p:spPr>
        <p:txBody>
          <a:bodyPr/>
          <a:lstStyle/>
          <a:p>
            <a:r>
              <a:rPr lang="en-IN" dirty="0"/>
              <a:t>          </a:t>
            </a: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UNSAFE</a:t>
            </a:r>
            <a:r>
              <a:rPr lang="en-IN" dirty="0"/>
              <a:t> </a:t>
            </a: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TOUCH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3BE90-FA93-BEBD-2868-A2B1B47B9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9900" y="1554480"/>
            <a:ext cx="5704332" cy="570585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sz="2000" b="1" dirty="0"/>
              <a:t>Unsafe touch means something that can hurt you or make you feel scared, uncomfortable, or not okay.</a:t>
            </a:r>
          </a:p>
          <a:p>
            <a:pPr marL="0" indent="0">
              <a:buNone/>
            </a:pPr>
            <a:r>
              <a:rPr lang="en-US" sz="2000" b="1" dirty="0"/>
              <a:t> "Example: Someone trying to touch your private parts.</a:t>
            </a:r>
          </a:p>
          <a:p>
            <a:pPr marL="0" indent="0">
              <a:buNone/>
            </a:pPr>
            <a:r>
              <a:rPr lang="en-US" sz="2000" b="1" dirty="0"/>
              <a:t> .A stranger asking you to go somewhere with them.</a:t>
            </a:r>
          </a:p>
          <a:p>
            <a:pPr marL="0" indent="0">
              <a:buNone/>
            </a:pPr>
            <a:r>
              <a:rPr lang="en-US" sz="2000" b="1" dirty="0"/>
              <a:t> .A friend or adult asking you to keep a bad secret (like a secret touch) </a:t>
            </a:r>
            <a:endParaRPr lang="en-IN" sz="2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1F0807-D298-0086-12E2-A1E478D9FA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7393" y="1732785"/>
            <a:ext cx="2638155" cy="3003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849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C9F89-36AA-F2E3-F330-3F733B5B6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8632" y="346837"/>
            <a:ext cx="6248400" cy="1325563"/>
          </a:xfrm>
        </p:spPr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</a:t>
            </a: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76ED0-BB1F-90FB-16AB-3191332A6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5184" y="1944497"/>
            <a:ext cx="5870448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  <a:r>
              <a:rPr lang="en-US" sz="2400" b="1" dirty="0"/>
              <a:t>So today we understood what does "my body belongs to me "mean , what are private parts and no one should touch them or ask to see them. Also we got know about safe touch and unsafe touch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420369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5D2EB-AF3A-73CB-8B89-DEDE22DF2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4062" y="304740"/>
            <a:ext cx="8003875" cy="1325563"/>
          </a:xfrm>
        </p:spPr>
        <p:txBody>
          <a:bodyPr/>
          <a:lstStyle/>
          <a:p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NOW</a:t>
            </a: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IT’S</a:t>
            </a: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</a:t>
            </a: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SOME</a:t>
            </a: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IMPORTANT</a:t>
            </a: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QUESTIONS</a:t>
            </a: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D83DD-3E1E-E00E-D706-F2547B705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989" y="1854634"/>
            <a:ext cx="6305909" cy="31487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Q. What does it mean when we say, “My body belongs to me”?</a:t>
            </a:r>
          </a:p>
          <a:p>
            <a:pPr marL="0" indent="0">
              <a:buNone/>
            </a:pPr>
            <a:r>
              <a:rPr lang="en-US" sz="2400" b="1" dirty="0"/>
              <a:t>Q. How do you know if a touch is safe?</a:t>
            </a:r>
          </a:p>
          <a:p>
            <a:pPr marL="0" indent="0">
              <a:buNone/>
            </a:pPr>
            <a:r>
              <a:rPr lang="en-US" sz="2400" b="1" dirty="0"/>
              <a:t>Q. Can you describe what are unsafe touch?</a:t>
            </a:r>
            <a:endParaRPr lang="en-IN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F45D1F-147B-A507-BC29-53A0263BE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061" y="3513887"/>
            <a:ext cx="2729437" cy="30393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E0685C-914D-DF47-D1F3-83E013548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615" y="3489453"/>
            <a:ext cx="2493662" cy="30446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44414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376</Words>
  <Application>Microsoft Office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Agency FB</vt:lpstr>
      <vt:lpstr>Arial</vt:lpstr>
      <vt:lpstr>Calibri</vt:lpstr>
      <vt:lpstr>Calibri Light</vt:lpstr>
      <vt:lpstr>Office Theme</vt:lpstr>
      <vt:lpstr>CHILD SEXUAL ABUSE</vt:lpstr>
      <vt:lpstr>     INTRODUCTION : </vt:lpstr>
      <vt:lpstr>PRIVATE PARTS :</vt:lpstr>
      <vt:lpstr>                SAFE TOUCH </vt:lpstr>
      <vt:lpstr>          UNSAFE TOUCH </vt:lpstr>
      <vt:lpstr>         CONCLUSION </vt:lpstr>
      <vt:lpstr>NOW IT’S TIME FOR SOME IMPORTANT QUESTIONS 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Ayush Kumar</dc:creator>
  <cp:lastModifiedBy>Ayush Kumar</cp:lastModifiedBy>
  <cp:revision>4</cp:revision>
  <dcterms:created xsi:type="dcterms:W3CDTF">2025-06-12T09:08:59Z</dcterms:created>
  <dcterms:modified xsi:type="dcterms:W3CDTF">2025-06-12T14:24:53Z</dcterms:modified>
</cp:coreProperties>
</file>