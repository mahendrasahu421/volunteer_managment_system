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2"/>
    <p:sldId id="260" r:id="rId3"/>
    <p:sldId id="266" r:id="rId4"/>
    <p:sldId id="267" r:id="rId5"/>
    <p:sldId id="268" r:id="rId6"/>
    <p:sldId id="269"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DD8F641-C69B-432F-A2D9-D2758A2376DE}">
          <p14:sldIdLst>
            <p14:sldId id="270"/>
            <p14:sldId id="260"/>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5" d="100"/>
          <a:sy n="55" d="100"/>
        </p:scale>
        <p:origin x="1742" y="50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tableStyles" Target="tableStyles.xml" /><Relationship Id="rId5" Type="http://schemas.openxmlformats.org/officeDocument/2006/relationships/slide" Target="slides/slide4.xml" /><Relationship Id="rId10"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C7F9E-642C-0B1A-9673-C690A92F7C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4F0C84A-055A-3FC2-D9AF-80C0AC3179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9308E5B-679C-15C6-9F5E-327F153A7F8E}"/>
              </a:ext>
            </a:extLst>
          </p:cNvPr>
          <p:cNvSpPr>
            <a:spLocks noGrp="1"/>
          </p:cNvSpPr>
          <p:nvPr>
            <p:ph type="dt" sz="half" idx="10"/>
          </p:nvPr>
        </p:nvSpPr>
        <p:spPr/>
        <p:txBody>
          <a:bodyPr/>
          <a:lstStyle/>
          <a:p>
            <a:fld id="{2012E27E-0B6A-472F-9D17-A62BCDC74A84}" type="datetimeFigureOut">
              <a:rPr lang="en-IN" smtClean="0"/>
              <a:t>06-07-2025</a:t>
            </a:fld>
            <a:endParaRPr lang="en-IN"/>
          </a:p>
        </p:txBody>
      </p:sp>
      <p:sp>
        <p:nvSpPr>
          <p:cNvPr id="5" name="Footer Placeholder 4">
            <a:extLst>
              <a:ext uri="{FF2B5EF4-FFF2-40B4-BE49-F238E27FC236}">
                <a16:creationId xmlns:a16="http://schemas.microsoft.com/office/drawing/2014/main" id="{9A359C5F-2431-29EC-FC1F-08311DB932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0B5B63-CD72-0C9A-6101-8F54A586DC7F}"/>
              </a:ext>
            </a:extLst>
          </p:cNvPr>
          <p:cNvSpPr>
            <a:spLocks noGrp="1"/>
          </p:cNvSpPr>
          <p:nvPr>
            <p:ph type="sldNum" sz="quarter" idx="12"/>
          </p:nvPr>
        </p:nvSpPr>
        <p:spPr/>
        <p:txBody>
          <a:bodyPr/>
          <a:lstStyle/>
          <a:p>
            <a:fld id="{9DD2D3CB-95C8-40A3-A1FD-21BD8DCD0D62}" type="slidenum">
              <a:rPr lang="en-IN" smtClean="0"/>
              <a:t>‹#›</a:t>
            </a:fld>
            <a:endParaRPr lang="en-IN"/>
          </a:p>
        </p:txBody>
      </p:sp>
    </p:spTree>
    <p:extLst>
      <p:ext uri="{BB962C8B-B14F-4D97-AF65-F5344CB8AC3E}">
        <p14:creationId xmlns:p14="http://schemas.microsoft.com/office/powerpoint/2010/main" val="2877336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94B33-9A52-04D6-8E79-833926B7DB9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95833F8-5E18-7041-AE65-A82D1DB5FC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8DAFEA-0E5E-8CE6-F2B8-A405646ACAF2}"/>
              </a:ext>
            </a:extLst>
          </p:cNvPr>
          <p:cNvSpPr>
            <a:spLocks noGrp="1"/>
          </p:cNvSpPr>
          <p:nvPr>
            <p:ph type="dt" sz="half" idx="10"/>
          </p:nvPr>
        </p:nvSpPr>
        <p:spPr/>
        <p:txBody>
          <a:bodyPr/>
          <a:lstStyle/>
          <a:p>
            <a:fld id="{2012E27E-0B6A-472F-9D17-A62BCDC74A84}" type="datetimeFigureOut">
              <a:rPr lang="en-IN" smtClean="0"/>
              <a:t>06-07-2025</a:t>
            </a:fld>
            <a:endParaRPr lang="en-IN"/>
          </a:p>
        </p:txBody>
      </p:sp>
      <p:sp>
        <p:nvSpPr>
          <p:cNvPr id="5" name="Footer Placeholder 4">
            <a:extLst>
              <a:ext uri="{FF2B5EF4-FFF2-40B4-BE49-F238E27FC236}">
                <a16:creationId xmlns:a16="http://schemas.microsoft.com/office/drawing/2014/main" id="{99CC4374-DCF0-1E9C-7E80-AC72DD0137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D4B42C-5691-FAFF-EA20-CA78F9254236}"/>
              </a:ext>
            </a:extLst>
          </p:cNvPr>
          <p:cNvSpPr>
            <a:spLocks noGrp="1"/>
          </p:cNvSpPr>
          <p:nvPr>
            <p:ph type="sldNum" sz="quarter" idx="12"/>
          </p:nvPr>
        </p:nvSpPr>
        <p:spPr/>
        <p:txBody>
          <a:bodyPr/>
          <a:lstStyle/>
          <a:p>
            <a:fld id="{9DD2D3CB-95C8-40A3-A1FD-21BD8DCD0D62}" type="slidenum">
              <a:rPr lang="en-IN" smtClean="0"/>
              <a:t>‹#›</a:t>
            </a:fld>
            <a:endParaRPr lang="en-IN"/>
          </a:p>
        </p:txBody>
      </p:sp>
    </p:spTree>
    <p:extLst>
      <p:ext uri="{BB962C8B-B14F-4D97-AF65-F5344CB8AC3E}">
        <p14:creationId xmlns:p14="http://schemas.microsoft.com/office/powerpoint/2010/main" val="4196324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BDB4C-DBDE-3661-1605-2DEDC7BE66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9D89342-E49D-C12A-009B-8B86E8FDC0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8E87D8-FD08-93B9-2467-3B420849C439}"/>
              </a:ext>
            </a:extLst>
          </p:cNvPr>
          <p:cNvSpPr>
            <a:spLocks noGrp="1"/>
          </p:cNvSpPr>
          <p:nvPr>
            <p:ph type="dt" sz="half" idx="10"/>
          </p:nvPr>
        </p:nvSpPr>
        <p:spPr/>
        <p:txBody>
          <a:bodyPr/>
          <a:lstStyle/>
          <a:p>
            <a:fld id="{2012E27E-0B6A-472F-9D17-A62BCDC74A84}" type="datetimeFigureOut">
              <a:rPr lang="en-IN" smtClean="0"/>
              <a:t>06-07-2025</a:t>
            </a:fld>
            <a:endParaRPr lang="en-IN"/>
          </a:p>
        </p:txBody>
      </p:sp>
      <p:sp>
        <p:nvSpPr>
          <p:cNvPr id="5" name="Footer Placeholder 4">
            <a:extLst>
              <a:ext uri="{FF2B5EF4-FFF2-40B4-BE49-F238E27FC236}">
                <a16:creationId xmlns:a16="http://schemas.microsoft.com/office/drawing/2014/main" id="{2CC7A4E8-6E95-6115-70CF-C6CBC3E770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FE8F14-1C8A-29EC-E17B-35E593FEA628}"/>
              </a:ext>
            </a:extLst>
          </p:cNvPr>
          <p:cNvSpPr>
            <a:spLocks noGrp="1"/>
          </p:cNvSpPr>
          <p:nvPr>
            <p:ph type="sldNum" sz="quarter" idx="12"/>
          </p:nvPr>
        </p:nvSpPr>
        <p:spPr/>
        <p:txBody>
          <a:bodyPr/>
          <a:lstStyle/>
          <a:p>
            <a:fld id="{9DD2D3CB-95C8-40A3-A1FD-21BD8DCD0D62}" type="slidenum">
              <a:rPr lang="en-IN" smtClean="0"/>
              <a:t>‹#›</a:t>
            </a:fld>
            <a:endParaRPr lang="en-IN"/>
          </a:p>
        </p:txBody>
      </p:sp>
    </p:spTree>
    <p:extLst>
      <p:ext uri="{BB962C8B-B14F-4D97-AF65-F5344CB8AC3E}">
        <p14:creationId xmlns:p14="http://schemas.microsoft.com/office/powerpoint/2010/main" val="3768323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B1CCE-4658-E2F0-9D26-6AC1DD249C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591C7B6-C58E-A78B-25F8-264A81C23F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CB13E8-C6F1-A723-C826-C7D30928CF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DAE6570-1BA8-F40F-EC61-184DED3E3698}"/>
              </a:ext>
            </a:extLst>
          </p:cNvPr>
          <p:cNvSpPr>
            <a:spLocks noGrp="1"/>
          </p:cNvSpPr>
          <p:nvPr>
            <p:ph type="dt" sz="half" idx="10"/>
          </p:nvPr>
        </p:nvSpPr>
        <p:spPr/>
        <p:txBody>
          <a:bodyPr/>
          <a:lstStyle/>
          <a:p>
            <a:fld id="{2012E27E-0B6A-472F-9D17-A62BCDC74A84}" type="datetimeFigureOut">
              <a:rPr lang="en-IN" smtClean="0"/>
              <a:t>06-07-2025</a:t>
            </a:fld>
            <a:endParaRPr lang="en-IN"/>
          </a:p>
        </p:txBody>
      </p:sp>
      <p:sp>
        <p:nvSpPr>
          <p:cNvPr id="6" name="Footer Placeholder 5">
            <a:extLst>
              <a:ext uri="{FF2B5EF4-FFF2-40B4-BE49-F238E27FC236}">
                <a16:creationId xmlns:a16="http://schemas.microsoft.com/office/drawing/2014/main" id="{29964739-73DB-07C9-48CF-B32C8AEAEB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F44DF5-9802-96F9-9C79-75C359557EAD}"/>
              </a:ext>
            </a:extLst>
          </p:cNvPr>
          <p:cNvSpPr>
            <a:spLocks noGrp="1"/>
          </p:cNvSpPr>
          <p:nvPr>
            <p:ph type="sldNum" sz="quarter" idx="12"/>
          </p:nvPr>
        </p:nvSpPr>
        <p:spPr/>
        <p:txBody>
          <a:bodyPr/>
          <a:lstStyle/>
          <a:p>
            <a:fld id="{9DD2D3CB-95C8-40A3-A1FD-21BD8DCD0D62}" type="slidenum">
              <a:rPr lang="en-IN" smtClean="0"/>
              <a:t>‹#›</a:t>
            </a:fld>
            <a:endParaRPr lang="en-IN"/>
          </a:p>
        </p:txBody>
      </p:sp>
    </p:spTree>
    <p:extLst>
      <p:ext uri="{BB962C8B-B14F-4D97-AF65-F5344CB8AC3E}">
        <p14:creationId xmlns:p14="http://schemas.microsoft.com/office/powerpoint/2010/main" val="3775301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6F5E3-4D48-8FDF-B849-16809BC52CC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E672253-402C-E782-EF63-CF73A2C1D4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1C7185-86C5-E651-2106-4D872BD289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9F68B7B-EDA1-01B6-4C8B-06CC8DAA32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C99062-D133-3ECB-D00C-33EAB40C4B6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6D0AC7E-359B-7219-B07B-38531FE23C94}"/>
              </a:ext>
            </a:extLst>
          </p:cNvPr>
          <p:cNvSpPr>
            <a:spLocks noGrp="1"/>
          </p:cNvSpPr>
          <p:nvPr>
            <p:ph type="dt" sz="half" idx="10"/>
          </p:nvPr>
        </p:nvSpPr>
        <p:spPr/>
        <p:txBody>
          <a:bodyPr/>
          <a:lstStyle/>
          <a:p>
            <a:fld id="{2012E27E-0B6A-472F-9D17-A62BCDC74A84}" type="datetimeFigureOut">
              <a:rPr lang="en-IN" smtClean="0"/>
              <a:t>06-07-2025</a:t>
            </a:fld>
            <a:endParaRPr lang="en-IN"/>
          </a:p>
        </p:txBody>
      </p:sp>
      <p:sp>
        <p:nvSpPr>
          <p:cNvPr id="8" name="Footer Placeholder 7">
            <a:extLst>
              <a:ext uri="{FF2B5EF4-FFF2-40B4-BE49-F238E27FC236}">
                <a16:creationId xmlns:a16="http://schemas.microsoft.com/office/drawing/2014/main" id="{92721246-0B04-C7BA-A8B1-4D812F29792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FA548BD-BE14-BDD0-6244-65E71CD2EA4D}"/>
              </a:ext>
            </a:extLst>
          </p:cNvPr>
          <p:cNvSpPr>
            <a:spLocks noGrp="1"/>
          </p:cNvSpPr>
          <p:nvPr>
            <p:ph type="sldNum" sz="quarter" idx="12"/>
          </p:nvPr>
        </p:nvSpPr>
        <p:spPr/>
        <p:txBody>
          <a:bodyPr/>
          <a:lstStyle/>
          <a:p>
            <a:fld id="{9DD2D3CB-95C8-40A3-A1FD-21BD8DCD0D62}" type="slidenum">
              <a:rPr lang="en-IN" smtClean="0"/>
              <a:t>‹#›</a:t>
            </a:fld>
            <a:endParaRPr lang="en-IN"/>
          </a:p>
        </p:txBody>
      </p:sp>
    </p:spTree>
    <p:extLst>
      <p:ext uri="{BB962C8B-B14F-4D97-AF65-F5344CB8AC3E}">
        <p14:creationId xmlns:p14="http://schemas.microsoft.com/office/powerpoint/2010/main" val="2386826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DEDC3-47EF-84C7-0501-1F5D3C432E3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FBB0EA0-CAC4-AF8D-949A-48AD0824BDC8}"/>
              </a:ext>
            </a:extLst>
          </p:cNvPr>
          <p:cNvSpPr>
            <a:spLocks noGrp="1"/>
          </p:cNvSpPr>
          <p:nvPr>
            <p:ph type="dt" sz="half" idx="10"/>
          </p:nvPr>
        </p:nvSpPr>
        <p:spPr/>
        <p:txBody>
          <a:bodyPr/>
          <a:lstStyle/>
          <a:p>
            <a:fld id="{2012E27E-0B6A-472F-9D17-A62BCDC74A84}" type="datetimeFigureOut">
              <a:rPr lang="en-IN" smtClean="0"/>
              <a:t>06-07-2025</a:t>
            </a:fld>
            <a:endParaRPr lang="en-IN"/>
          </a:p>
        </p:txBody>
      </p:sp>
      <p:sp>
        <p:nvSpPr>
          <p:cNvPr id="4" name="Footer Placeholder 3">
            <a:extLst>
              <a:ext uri="{FF2B5EF4-FFF2-40B4-BE49-F238E27FC236}">
                <a16:creationId xmlns:a16="http://schemas.microsoft.com/office/drawing/2014/main" id="{8EAA4C47-58AF-C131-FD27-197FFB685CE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E92BF06-DC24-77FD-6BC1-63522CCE9B9C}"/>
              </a:ext>
            </a:extLst>
          </p:cNvPr>
          <p:cNvSpPr>
            <a:spLocks noGrp="1"/>
          </p:cNvSpPr>
          <p:nvPr>
            <p:ph type="sldNum" sz="quarter" idx="12"/>
          </p:nvPr>
        </p:nvSpPr>
        <p:spPr/>
        <p:txBody>
          <a:bodyPr/>
          <a:lstStyle/>
          <a:p>
            <a:fld id="{9DD2D3CB-95C8-40A3-A1FD-21BD8DCD0D62}" type="slidenum">
              <a:rPr lang="en-IN" smtClean="0"/>
              <a:t>‹#›</a:t>
            </a:fld>
            <a:endParaRPr lang="en-IN"/>
          </a:p>
        </p:txBody>
      </p:sp>
    </p:spTree>
    <p:extLst>
      <p:ext uri="{BB962C8B-B14F-4D97-AF65-F5344CB8AC3E}">
        <p14:creationId xmlns:p14="http://schemas.microsoft.com/office/powerpoint/2010/main" val="1779846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906DAE-9E93-CB8B-A1B1-1AC74282EC0D}"/>
              </a:ext>
            </a:extLst>
          </p:cNvPr>
          <p:cNvSpPr>
            <a:spLocks noGrp="1"/>
          </p:cNvSpPr>
          <p:nvPr>
            <p:ph type="dt" sz="half" idx="10"/>
          </p:nvPr>
        </p:nvSpPr>
        <p:spPr/>
        <p:txBody>
          <a:bodyPr/>
          <a:lstStyle/>
          <a:p>
            <a:fld id="{2012E27E-0B6A-472F-9D17-A62BCDC74A84}" type="datetimeFigureOut">
              <a:rPr lang="en-IN" smtClean="0"/>
              <a:t>06-07-2025</a:t>
            </a:fld>
            <a:endParaRPr lang="en-IN"/>
          </a:p>
        </p:txBody>
      </p:sp>
      <p:sp>
        <p:nvSpPr>
          <p:cNvPr id="3" name="Footer Placeholder 2">
            <a:extLst>
              <a:ext uri="{FF2B5EF4-FFF2-40B4-BE49-F238E27FC236}">
                <a16:creationId xmlns:a16="http://schemas.microsoft.com/office/drawing/2014/main" id="{1B7349D5-C207-8157-5785-B75542A0DF6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37AEB1C-4D01-8C8F-363B-26B92F4C86DD}"/>
              </a:ext>
            </a:extLst>
          </p:cNvPr>
          <p:cNvSpPr>
            <a:spLocks noGrp="1"/>
          </p:cNvSpPr>
          <p:nvPr>
            <p:ph type="sldNum" sz="quarter" idx="12"/>
          </p:nvPr>
        </p:nvSpPr>
        <p:spPr/>
        <p:txBody>
          <a:bodyPr/>
          <a:lstStyle/>
          <a:p>
            <a:fld id="{9DD2D3CB-95C8-40A3-A1FD-21BD8DCD0D62}" type="slidenum">
              <a:rPr lang="en-IN" smtClean="0"/>
              <a:t>‹#›</a:t>
            </a:fld>
            <a:endParaRPr lang="en-IN"/>
          </a:p>
        </p:txBody>
      </p:sp>
    </p:spTree>
    <p:extLst>
      <p:ext uri="{BB962C8B-B14F-4D97-AF65-F5344CB8AC3E}">
        <p14:creationId xmlns:p14="http://schemas.microsoft.com/office/powerpoint/2010/main" val="8901807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BE250-6110-891F-A946-58DF4FBC83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165E126-419F-0960-DA4F-6483A2290C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07C18D9-46E2-5730-0E8C-B18BEABA00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90472B-EE0C-1BB9-EFFA-297244F05D9C}"/>
              </a:ext>
            </a:extLst>
          </p:cNvPr>
          <p:cNvSpPr>
            <a:spLocks noGrp="1"/>
          </p:cNvSpPr>
          <p:nvPr>
            <p:ph type="dt" sz="half" idx="10"/>
          </p:nvPr>
        </p:nvSpPr>
        <p:spPr/>
        <p:txBody>
          <a:bodyPr/>
          <a:lstStyle/>
          <a:p>
            <a:fld id="{2012E27E-0B6A-472F-9D17-A62BCDC74A84}" type="datetimeFigureOut">
              <a:rPr lang="en-IN" smtClean="0"/>
              <a:t>06-07-2025</a:t>
            </a:fld>
            <a:endParaRPr lang="en-IN"/>
          </a:p>
        </p:txBody>
      </p:sp>
      <p:sp>
        <p:nvSpPr>
          <p:cNvPr id="6" name="Footer Placeholder 5">
            <a:extLst>
              <a:ext uri="{FF2B5EF4-FFF2-40B4-BE49-F238E27FC236}">
                <a16:creationId xmlns:a16="http://schemas.microsoft.com/office/drawing/2014/main" id="{E64D2D17-C463-F3DF-CFAD-6E457D16E4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435C02-07D7-2B46-EA36-63C9129B113B}"/>
              </a:ext>
            </a:extLst>
          </p:cNvPr>
          <p:cNvSpPr>
            <a:spLocks noGrp="1"/>
          </p:cNvSpPr>
          <p:nvPr>
            <p:ph type="sldNum" sz="quarter" idx="12"/>
          </p:nvPr>
        </p:nvSpPr>
        <p:spPr/>
        <p:txBody>
          <a:bodyPr/>
          <a:lstStyle/>
          <a:p>
            <a:fld id="{9DD2D3CB-95C8-40A3-A1FD-21BD8DCD0D62}" type="slidenum">
              <a:rPr lang="en-IN" smtClean="0"/>
              <a:t>‹#›</a:t>
            </a:fld>
            <a:endParaRPr lang="en-IN"/>
          </a:p>
        </p:txBody>
      </p:sp>
    </p:spTree>
    <p:extLst>
      <p:ext uri="{BB962C8B-B14F-4D97-AF65-F5344CB8AC3E}">
        <p14:creationId xmlns:p14="http://schemas.microsoft.com/office/powerpoint/2010/main" val="1904615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6EDDC-0318-E15B-8341-4DEB03099D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F94921E-60C6-0B93-565B-F294B88184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C98659C-2889-6523-192E-E59E476121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70521-B32A-D596-D925-4AAC5EB3E169}"/>
              </a:ext>
            </a:extLst>
          </p:cNvPr>
          <p:cNvSpPr>
            <a:spLocks noGrp="1"/>
          </p:cNvSpPr>
          <p:nvPr>
            <p:ph type="dt" sz="half" idx="10"/>
          </p:nvPr>
        </p:nvSpPr>
        <p:spPr/>
        <p:txBody>
          <a:bodyPr/>
          <a:lstStyle/>
          <a:p>
            <a:fld id="{2012E27E-0B6A-472F-9D17-A62BCDC74A84}" type="datetimeFigureOut">
              <a:rPr lang="en-IN" smtClean="0"/>
              <a:t>06-07-2025</a:t>
            </a:fld>
            <a:endParaRPr lang="en-IN"/>
          </a:p>
        </p:txBody>
      </p:sp>
      <p:sp>
        <p:nvSpPr>
          <p:cNvPr id="6" name="Footer Placeholder 5">
            <a:extLst>
              <a:ext uri="{FF2B5EF4-FFF2-40B4-BE49-F238E27FC236}">
                <a16:creationId xmlns:a16="http://schemas.microsoft.com/office/drawing/2014/main" id="{CDA7062D-2B69-E082-9BB5-7E0D20216A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0FDE5C-32B9-E3E7-6B70-3226DA18BA1E}"/>
              </a:ext>
            </a:extLst>
          </p:cNvPr>
          <p:cNvSpPr>
            <a:spLocks noGrp="1"/>
          </p:cNvSpPr>
          <p:nvPr>
            <p:ph type="sldNum" sz="quarter" idx="12"/>
          </p:nvPr>
        </p:nvSpPr>
        <p:spPr/>
        <p:txBody>
          <a:bodyPr/>
          <a:lstStyle/>
          <a:p>
            <a:fld id="{9DD2D3CB-95C8-40A3-A1FD-21BD8DCD0D62}" type="slidenum">
              <a:rPr lang="en-IN" smtClean="0"/>
              <a:t>‹#›</a:t>
            </a:fld>
            <a:endParaRPr lang="en-IN"/>
          </a:p>
        </p:txBody>
      </p:sp>
    </p:spTree>
    <p:extLst>
      <p:ext uri="{BB962C8B-B14F-4D97-AF65-F5344CB8AC3E}">
        <p14:creationId xmlns:p14="http://schemas.microsoft.com/office/powerpoint/2010/main" val="858124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29A0E-C5A4-19A5-1A07-469775997DB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B6C30CC-5C84-C4DA-7A2E-D68E3C70F6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EB6B8E-4AFB-B278-68CF-5D075A424841}"/>
              </a:ext>
            </a:extLst>
          </p:cNvPr>
          <p:cNvSpPr>
            <a:spLocks noGrp="1"/>
          </p:cNvSpPr>
          <p:nvPr>
            <p:ph type="dt" sz="half" idx="10"/>
          </p:nvPr>
        </p:nvSpPr>
        <p:spPr/>
        <p:txBody>
          <a:bodyPr/>
          <a:lstStyle/>
          <a:p>
            <a:fld id="{2012E27E-0B6A-472F-9D17-A62BCDC74A84}" type="datetimeFigureOut">
              <a:rPr lang="en-IN" smtClean="0"/>
              <a:t>06-07-2025</a:t>
            </a:fld>
            <a:endParaRPr lang="en-IN"/>
          </a:p>
        </p:txBody>
      </p:sp>
      <p:sp>
        <p:nvSpPr>
          <p:cNvPr id="5" name="Footer Placeholder 4">
            <a:extLst>
              <a:ext uri="{FF2B5EF4-FFF2-40B4-BE49-F238E27FC236}">
                <a16:creationId xmlns:a16="http://schemas.microsoft.com/office/drawing/2014/main" id="{55BBB3D3-009A-1849-4CCB-F8CCF06C8C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BD090B-537A-6541-E157-445D464BC403}"/>
              </a:ext>
            </a:extLst>
          </p:cNvPr>
          <p:cNvSpPr>
            <a:spLocks noGrp="1"/>
          </p:cNvSpPr>
          <p:nvPr>
            <p:ph type="sldNum" sz="quarter" idx="12"/>
          </p:nvPr>
        </p:nvSpPr>
        <p:spPr/>
        <p:txBody>
          <a:bodyPr/>
          <a:lstStyle/>
          <a:p>
            <a:fld id="{9DD2D3CB-95C8-40A3-A1FD-21BD8DCD0D62}" type="slidenum">
              <a:rPr lang="en-IN" smtClean="0"/>
              <a:t>‹#›</a:t>
            </a:fld>
            <a:endParaRPr lang="en-IN"/>
          </a:p>
        </p:txBody>
      </p:sp>
    </p:spTree>
    <p:extLst>
      <p:ext uri="{BB962C8B-B14F-4D97-AF65-F5344CB8AC3E}">
        <p14:creationId xmlns:p14="http://schemas.microsoft.com/office/powerpoint/2010/main" val="28477164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96AF73-7E8B-EFA7-FB15-E828A2C3239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C63846-B2FE-B739-D846-A146C06B3E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E911AE-C717-0E32-7143-A4345B3EA935}"/>
              </a:ext>
            </a:extLst>
          </p:cNvPr>
          <p:cNvSpPr>
            <a:spLocks noGrp="1"/>
          </p:cNvSpPr>
          <p:nvPr>
            <p:ph type="dt" sz="half" idx="10"/>
          </p:nvPr>
        </p:nvSpPr>
        <p:spPr/>
        <p:txBody>
          <a:bodyPr/>
          <a:lstStyle/>
          <a:p>
            <a:fld id="{2012E27E-0B6A-472F-9D17-A62BCDC74A84}" type="datetimeFigureOut">
              <a:rPr lang="en-IN" smtClean="0"/>
              <a:t>06-07-2025</a:t>
            </a:fld>
            <a:endParaRPr lang="en-IN"/>
          </a:p>
        </p:txBody>
      </p:sp>
      <p:sp>
        <p:nvSpPr>
          <p:cNvPr id="5" name="Footer Placeholder 4">
            <a:extLst>
              <a:ext uri="{FF2B5EF4-FFF2-40B4-BE49-F238E27FC236}">
                <a16:creationId xmlns:a16="http://schemas.microsoft.com/office/drawing/2014/main" id="{2145C242-5A65-1903-1F90-6B593C2189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FF2B46-6DCC-F8F8-1A1D-01D70E05408A}"/>
              </a:ext>
            </a:extLst>
          </p:cNvPr>
          <p:cNvSpPr>
            <a:spLocks noGrp="1"/>
          </p:cNvSpPr>
          <p:nvPr>
            <p:ph type="sldNum" sz="quarter" idx="12"/>
          </p:nvPr>
        </p:nvSpPr>
        <p:spPr/>
        <p:txBody>
          <a:bodyPr/>
          <a:lstStyle/>
          <a:p>
            <a:fld id="{9DD2D3CB-95C8-40A3-A1FD-21BD8DCD0D62}" type="slidenum">
              <a:rPr lang="en-IN" smtClean="0"/>
              <a:t>‹#›</a:t>
            </a:fld>
            <a:endParaRPr lang="en-IN"/>
          </a:p>
        </p:txBody>
      </p:sp>
    </p:spTree>
    <p:extLst>
      <p:ext uri="{BB962C8B-B14F-4D97-AF65-F5344CB8AC3E}">
        <p14:creationId xmlns:p14="http://schemas.microsoft.com/office/powerpoint/2010/main" val="3355496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DE4B50-9964-7517-E471-96F48D5251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4B3238-52DD-1FAF-3A8F-9906CA8FF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2295FB-179F-E51D-B593-869ACE13EC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12E27E-0B6A-472F-9D17-A62BCDC74A84}" type="datetimeFigureOut">
              <a:rPr lang="en-IN" smtClean="0"/>
              <a:t>06-07-2025</a:t>
            </a:fld>
            <a:endParaRPr lang="en-IN"/>
          </a:p>
        </p:txBody>
      </p:sp>
      <p:sp>
        <p:nvSpPr>
          <p:cNvPr id="5" name="Footer Placeholder 4">
            <a:extLst>
              <a:ext uri="{FF2B5EF4-FFF2-40B4-BE49-F238E27FC236}">
                <a16:creationId xmlns:a16="http://schemas.microsoft.com/office/drawing/2014/main" id="{C77E0D47-840B-0435-772F-B289AEBC56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64385D2-2694-0044-4786-F19FAE6EF0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D2D3CB-95C8-40A3-A1FD-21BD8DCD0D62}" type="slidenum">
              <a:rPr lang="en-IN" smtClean="0"/>
              <a:t>‹#›</a:t>
            </a:fld>
            <a:endParaRPr lang="en-IN"/>
          </a:p>
        </p:txBody>
      </p:sp>
    </p:spTree>
    <p:extLst>
      <p:ext uri="{BB962C8B-B14F-4D97-AF65-F5344CB8AC3E}">
        <p14:creationId xmlns:p14="http://schemas.microsoft.com/office/powerpoint/2010/main" val="15501049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8" Type="http://schemas.openxmlformats.org/officeDocument/2006/relationships/image" Target="../media/image8.png" /><Relationship Id="rId3" Type="http://schemas.openxmlformats.org/officeDocument/2006/relationships/image" Target="../media/image3.svg" /><Relationship Id="rId7" Type="http://schemas.openxmlformats.org/officeDocument/2006/relationships/image" Target="../media/image7.svg" /><Relationship Id="rId2" Type="http://schemas.openxmlformats.org/officeDocument/2006/relationships/image" Target="../media/image2.png" /><Relationship Id="rId1" Type="http://schemas.openxmlformats.org/officeDocument/2006/relationships/slideLayout" Target="../slideLayouts/slideLayout7.xml" /><Relationship Id="rId6" Type="http://schemas.openxmlformats.org/officeDocument/2006/relationships/image" Target="../media/image6.png" /><Relationship Id="rId11" Type="http://schemas.openxmlformats.org/officeDocument/2006/relationships/image" Target="../media/image11.svg" /><Relationship Id="rId5" Type="http://schemas.openxmlformats.org/officeDocument/2006/relationships/image" Target="../media/image5.svg" /><Relationship Id="rId10" Type="http://schemas.openxmlformats.org/officeDocument/2006/relationships/image" Target="../media/image10.png" /><Relationship Id="rId4" Type="http://schemas.openxmlformats.org/officeDocument/2006/relationships/image" Target="../media/image4.png" /><Relationship Id="rId9" Type="http://schemas.openxmlformats.org/officeDocument/2006/relationships/image" Target="../media/image9.svg" /></Relationships>
</file>

<file path=ppt/slides/_rels/slide3.xml.rels><?xml version="1.0" encoding="UTF-8" standalone="yes"?>
<Relationships xmlns="http://schemas.openxmlformats.org/package/2006/relationships"><Relationship Id="rId8" Type="http://schemas.openxmlformats.org/officeDocument/2006/relationships/image" Target="../media/image8.png" /><Relationship Id="rId3" Type="http://schemas.openxmlformats.org/officeDocument/2006/relationships/image" Target="../media/image3.svg" /><Relationship Id="rId7" Type="http://schemas.openxmlformats.org/officeDocument/2006/relationships/image" Target="../media/image7.svg" /><Relationship Id="rId2" Type="http://schemas.openxmlformats.org/officeDocument/2006/relationships/image" Target="../media/image2.png" /><Relationship Id="rId1" Type="http://schemas.openxmlformats.org/officeDocument/2006/relationships/slideLayout" Target="../slideLayouts/slideLayout7.xml" /><Relationship Id="rId6" Type="http://schemas.openxmlformats.org/officeDocument/2006/relationships/image" Target="../media/image6.png" /><Relationship Id="rId11" Type="http://schemas.openxmlformats.org/officeDocument/2006/relationships/image" Target="../media/image11.svg" /><Relationship Id="rId5" Type="http://schemas.openxmlformats.org/officeDocument/2006/relationships/image" Target="../media/image5.svg" /><Relationship Id="rId10" Type="http://schemas.openxmlformats.org/officeDocument/2006/relationships/image" Target="../media/image10.png" /><Relationship Id="rId4" Type="http://schemas.openxmlformats.org/officeDocument/2006/relationships/image" Target="../media/image4.png" /><Relationship Id="rId9" Type="http://schemas.openxmlformats.org/officeDocument/2006/relationships/image" Target="../media/image9.svg" /></Relationships>
</file>

<file path=ppt/slides/_rels/slide4.xml.rels><?xml version="1.0" encoding="UTF-8" standalone="yes"?>
<Relationships xmlns="http://schemas.openxmlformats.org/package/2006/relationships"><Relationship Id="rId8" Type="http://schemas.openxmlformats.org/officeDocument/2006/relationships/image" Target="../media/image8.png" /><Relationship Id="rId3" Type="http://schemas.openxmlformats.org/officeDocument/2006/relationships/image" Target="../media/image3.svg" /><Relationship Id="rId7" Type="http://schemas.openxmlformats.org/officeDocument/2006/relationships/image" Target="../media/image7.svg" /><Relationship Id="rId2" Type="http://schemas.openxmlformats.org/officeDocument/2006/relationships/image" Target="../media/image2.png" /><Relationship Id="rId1" Type="http://schemas.openxmlformats.org/officeDocument/2006/relationships/slideLayout" Target="../slideLayouts/slideLayout7.xml" /><Relationship Id="rId6" Type="http://schemas.openxmlformats.org/officeDocument/2006/relationships/image" Target="../media/image6.png" /><Relationship Id="rId11" Type="http://schemas.openxmlformats.org/officeDocument/2006/relationships/image" Target="../media/image11.svg" /><Relationship Id="rId5" Type="http://schemas.openxmlformats.org/officeDocument/2006/relationships/image" Target="../media/image5.svg" /><Relationship Id="rId10" Type="http://schemas.openxmlformats.org/officeDocument/2006/relationships/image" Target="../media/image10.png" /><Relationship Id="rId4" Type="http://schemas.openxmlformats.org/officeDocument/2006/relationships/image" Target="../media/image4.png" /><Relationship Id="rId9" Type="http://schemas.openxmlformats.org/officeDocument/2006/relationships/image" Target="../media/image9.svg" /></Relationships>
</file>

<file path=ppt/slides/_rels/slide5.xml.rels><?xml version="1.0" encoding="UTF-8" standalone="yes"?>
<Relationships xmlns="http://schemas.openxmlformats.org/package/2006/relationships"><Relationship Id="rId8" Type="http://schemas.openxmlformats.org/officeDocument/2006/relationships/image" Target="../media/image8.png" /><Relationship Id="rId3" Type="http://schemas.openxmlformats.org/officeDocument/2006/relationships/image" Target="../media/image3.svg" /><Relationship Id="rId7" Type="http://schemas.openxmlformats.org/officeDocument/2006/relationships/image" Target="../media/image7.svg" /><Relationship Id="rId2" Type="http://schemas.openxmlformats.org/officeDocument/2006/relationships/image" Target="../media/image2.png" /><Relationship Id="rId1" Type="http://schemas.openxmlformats.org/officeDocument/2006/relationships/slideLayout" Target="../slideLayouts/slideLayout7.xml" /><Relationship Id="rId6" Type="http://schemas.openxmlformats.org/officeDocument/2006/relationships/image" Target="../media/image6.png" /><Relationship Id="rId11" Type="http://schemas.openxmlformats.org/officeDocument/2006/relationships/image" Target="../media/image11.svg" /><Relationship Id="rId5" Type="http://schemas.openxmlformats.org/officeDocument/2006/relationships/image" Target="../media/image5.svg" /><Relationship Id="rId10" Type="http://schemas.openxmlformats.org/officeDocument/2006/relationships/image" Target="../media/image10.png" /><Relationship Id="rId4" Type="http://schemas.openxmlformats.org/officeDocument/2006/relationships/image" Target="../media/image4.png" /><Relationship Id="rId9" Type="http://schemas.openxmlformats.org/officeDocument/2006/relationships/image" Target="../media/image9.svg" /></Relationships>
</file>

<file path=ppt/slides/_rels/slide6.xml.rels><?xml version="1.0" encoding="UTF-8" standalone="yes"?>
<Relationships xmlns="http://schemas.openxmlformats.org/package/2006/relationships"><Relationship Id="rId8" Type="http://schemas.openxmlformats.org/officeDocument/2006/relationships/image" Target="../media/image8.png" /><Relationship Id="rId3" Type="http://schemas.openxmlformats.org/officeDocument/2006/relationships/image" Target="../media/image3.svg" /><Relationship Id="rId7" Type="http://schemas.openxmlformats.org/officeDocument/2006/relationships/image" Target="../media/image7.svg" /><Relationship Id="rId2" Type="http://schemas.openxmlformats.org/officeDocument/2006/relationships/image" Target="../media/image2.png" /><Relationship Id="rId1" Type="http://schemas.openxmlformats.org/officeDocument/2006/relationships/slideLayout" Target="../slideLayouts/slideLayout7.xml" /><Relationship Id="rId6" Type="http://schemas.openxmlformats.org/officeDocument/2006/relationships/image" Target="../media/image6.png" /><Relationship Id="rId11" Type="http://schemas.openxmlformats.org/officeDocument/2006/relationships/image" Target="../media/image11.svg" /><Relationship Id="rId5" Type="http://schemas.openxmlformats.org/officeDocument/2006/relationships/image" Target="../media/image5.svg" /><Relationship Id="rId10" Type="http://schemas.openxmlformats.org/officeDocument/2006/relationships/image" Target="../media/image10.png" /><Relationship Id="rId4" Type="http://schemas.openxmlformats.org/officeDocument/2006/relationships/image" Target="../media/image4.png" /><Relationship Id="rId9" Type="http://schemas.openxmlformats.org/officeDocument/2006/relationships/image" Target="../media/image9.sv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6B6FBF28-1C44-BEA1-2B17-D4B45037E87A}"/>
              </a:ext>
            </a:extLst>
          </p:cNvPr>
          <p:cNvGrpSpPr/>
          <p:nvPr/>
        </p:nvGrpSpPr>
        <p:grpSpPr>
          <a:xfrm>
            <a:off x="4748711" y="-522524"/>
            <a:ext cx="7675296" cy="8084651"/>
            <a:chOff x="4748711" y="-522524"/>
            <a:chExt cx="7675296" cy="8084651"/>
          </a:xfrm>
          <a:blipFill>
            <a:blip r:embed="rId2"/>
            <a:stretch>
              <a:fillRect/>
            </a:stretch>
          </a:blipFill>
        </p:grpSpPr>
        <p:sp>
          <p:nvSpPr>
            <p:cNvPr id="4" name="Hexagon 3">
              <a:extLst>
                <a:ext uri="{FF2B5EF4-FFF2-40B4-BE49-F238E27FC236}">
                  <a16:creationId xmlns:a16="http://schemas.microsoft.com/office/drawing/2014/main" id="{4C061418-1903-BC86-9AF0-F58C4A25EE51}"/>
                </a:ext>
              </a:extLst>
            </p:cNvPr>
            <p:cNvSpPr/>
            <p:nvPr/>
          </p:nvSpPr>
          <p:spPr>
            <a:xfrm>
              <a:off x="6612651" y="4124844"/>
              <a:ext cx="1060704" cy="9144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Hexagon 4">
              <a:extLst>
                <a:ext uri="{FF2B5EF4-FFF2-40B4-BE49-F238E27FC236}">
                  <a16:creationId xmlns:a16="http://schemas.microsoft.com/office/drawing/2014/main" id="{801DACC1-5C9B-EEF9-9242-4D6DEF3979FE}"/>
                </a:ext>
              </a:extLst>
            </p:cNvPr>
            <p:cNvSpPr/>
            <p:nvPr/>
          </p:nvSpPr>
          <p:spPr>
            <a:xfrm>
              <a:off x="7511140" y="1565031"/>
              <a:ext cx="1060704" cy="9144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Hexagon 5">
              <a:extLst>
                <a:ext uri="{FF2B5EF4-FFF2-40B4-BE49-F238E27FC236}">
                  <a16:creationId xmlns:a16="http://schemas.microsoft.com/office/drawing/2014/main" id="{491B8EE5-104D-F683-0E78-3D90CE7C0ABA}"/>
                </a:ext>
              </a:extLst>
            </p:cNvPr>
            <p:cNvSpPr/>
            <p:nvPr/>
          </p:nvSpPr>
          <p:spPr>
            <a:xfrm>
              <a:off x="7511140" y="2564004"/>
              <a:ext cx="1060704" cy="9144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Hexagon 6">
              <a:extLst>
                <a:ext uri="{FF2B5EF4-FFF2-40B4-BE49-F238E27FC236}">
                  <a16:creationId xmlns:a16="http://schemas.microsoft.com/office/drawing/2014/main" id="{33FBE99D-208A-C09B-9312-FE4C3D610D7D}"/>
                </a:ext>
              </a:extLst>
            </p:cNvPr>
            <p:cNvSpPr/>
            <p:nvPr/>
          </p:nvSpPr>
          <p:spPr>
            <a:xfrm>
              <a:off x="7486022" y="3582237"/>
              <a:ext cx="1060704" cy="9144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Hexagon 7">
              <a:extLst>
                <a:ext uri="{FF2B5EF4-FFF2-40B4-BE49-F238E27FC236}">
                  <a16:creationId xmlns:a16="http://schemas.microsoft.com/office/drawing/2014/main" id="{E9250E8A-2D8C-893E-14CB-72662FE01563}"/>
                </a:ext>
              </a:extLst>
            </p:cNvPr>
            <p:cNvSpPr/>
            <p:nvPr/>
          </p:nvSpPr>
          <p:spPr>
            <a:xfrm>
              <a:off x="4748711" y="5059346"/>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Hexagon 9">
              <a:extLst>
                <a:ext uri="{FF2B5EF4-FFF2-40B4-BE49-F238E27FC236}">
                  <a16:creationId xmlns:a16="http://schemas.microsoft.com/office/drawing/2014/main" id="{13820690-E562-3C4D-EE14-3E614380EAA1}"/>
                </a:ext>
              </a:extLst>
            </p:cNvPr>
            <p:cNvSpPr/>
            <p:nvPr/>
          </p:nvSpPr>
          <p:spPr>
            <a:xfrm>
              <a:off x="5681870" y="3617406"/>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Hexagon 10">
              <a:extLst>
                <a:ext uri="{FF2B5EF4-FFF2-40B4-BE49-F238E27FC236}">
                  <a16:creationId xmlns:a16="http://schemas.microsoft.com/office/drawing/2014/main" id="{3CAC36AD-96B0-B315-7BB4-A4E1CE3DA044}"/>
                </a:ext>
              </a:extLst>
            </p:cNvPr>
            <p:cNvSpPr/>
            <p:nvPr/>
          </p:nvSpPr>
          <p:spPr>
            <a:xfrm>
              <a:off x="4775514" y="6082599"/>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Hexagon 11">
              <a:extLst>
                <a:ext uri="{FF2B5EF4-FFF2-40B4-BE49-F238E27FC236}">
                  <a16:creationId xmlns:a16="http://schemas.microsoft.com/office/drawing/2014/main" id="{70C0002D-8003-6938-32B7-2DA42D31CA6E}"/>
                </a:ext>
              </a:extLst>
            </p:cNvPr>
            <p:cNvSpPr/>
            <p:nvPr/>
          </p:nvSpPr>
          <p:spPr>
            <a:xfrm>
              <a:off x="10289647" y="17577"/>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Hexagon 12">
              <a:extLst>
                <a:ext uri="{FF2B5EF4-FFF2-40B4-BE49-F238E27FC236}">
                  <a16:creationId xmlns:a16="http://schemas.microsoft.com/office/drawing/2014/main" id="{984C3367-7081-22D9-8FFB-4217DC50665C}"/>
                </a:ext>
              </a:extLst>
            </p:cNvPr>
            <p:cNvSpPr/>
            <p:nvPr/>
          </p:nvSpPr>
          <p:spPr>
            <a:xfrm>
              <a:off x="9369484" y="-484005"/>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Hexagon 13">
              <a:extLst>
                <a:ext uri="{FF2B5EF4-FFF2-40B4-BE49-F238E27FC236}">
                  <a16:creationId xmlns:a16="http://schemas.microsoft.com/office/drawing/2014/main" id="{B38E9E33-4583-5038-A076-A0189B71029A}"/>
                </a:ext>
              </a:extLst>
            </p:cNvPr>
            <p:cNvSpPr/>
            <p:nvPr/>
          </p:nvSpPr>
          <p:spPr>
            <a:xfrm>
              <a:off x="11224814" y="498226"/>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Hexagon 14">
              <a:extLst>
                <a:ext uri="{FF2B5EF4-FFF2-40B4-BE49-F238E27FC236}">
                  <a16:creationId xmlns:a16="http://schemas.microsoft.com/office/drawing/2014/main" id="{19F5F231-6615-B5D5-968A-3AB3C614B223}"/>
                </a:ext>
              </a:extLst>
            </p:cNvPr>
            <p:cNvSpPr/>
            <p:nvPr/>
          </p:nvSpPr>
          <p:spPr>
            <a:xfrm>
              <a:off x="9348914" y="2565677"/>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Hexagon 15">
              <a:extLst>
                <a:ext uri="{FF2B5EF4-FFF2-40B4-BE49-F238E27FC236}">
                  <a16:creationId xmlns:a16="http://schemas.microsoft.com/office/drawing/2014/main" id="{6114E7B9-16C8-636E-B36F-28999C87FF22}"/>
                </a:ext>
              </a:extLst>
            </p:cNvPr>
            <p:cNvSpPr/>
            <p:nvPr/>
          </p:nvSpPr>
          <p:spPr>
            <a:xfrm>
              <a:off x="9348914" y="1547444"/>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Hexagon 16">
              <a:extLst>
                <a:ext uri="{FF2B5EF4-FFF2-40B4-BE49-F238E27FC236}">
                  <a16:creationId xmlns:a16="http://schemas.microsoft.com/office/drawing/2014/main" id="{EF2FB6F8-6AFB-502C-87F3-454F98169CD3}"/>
                </a:ext>
              </a:extLst>
            </p:cNvPr>
            <p:cNvSpPr/>
            <p:nvPr/>
          </p:nvSpPr>
          <p:spPr>
            <a:xfrm>
              <a:off x="9369485" y="557678"/>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Hexagon 17">
              <a:extLst>
                <a:ext uri="{FF2B5EF4-FFF2-40B4-BE49-F238E27FC236}">
                  <a16:creationId xmlns:a16="http://schemas.microsoft.com/office/drawing/2014/main" id="{EAAEBB46-5D19-38B7-617D-9E4C3B7D7C14}"/>
                </a:ext>
              </a:extLst>
            </p:cNvPr>
            <p:cNvSpPr/>
            <p:nvPr/>
          </p:nvSpPr>
          <p:spPr>
            <a:xfrm>
              <a:off x="7534051" y="6619347"/>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Hexagon 18">
              <a:extLst>
                <a:ext uri="{FF2B5EF4-FFF2-40B4-BE49-F238E27FC236}">
                  <a16:creationId xmlns:a16="http://schemas.microsoft.com/office/drawing/2014/main" id="{EAC2A638-A5C4-D2D8-2E31-80251C3BA55A}"/>
                </a:ext>
              </a:extLst>
            </p:cNvPr>
            <p:cNvSpPr/>
            <p:nvPr/>
          </p:nvSpPr>
          <p:spPr>
            <a:xfrm>
              <a:off x="8497151" y="6115254"/>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Hexagon 19">
              <a:extLst>
                <a:ext uri="{FF2B5EF4-FFF2-40B4-BE49-F238E27FC236}">
                  <a16:creationId xmlns:a16="http://schemas.microsoft.com/office/drawing/2014/main" id="{302C993F-BFFE-2E6F-BF00-D139E4EF0005}"/>
                </a:ext>
              </a:extLst>
            </p:cNvPr>
            <p:cNvSpPr/>
            <p:nvPr/>
          </p:nvSpPr>
          <p:spPr>
            <a:xfrm>
              <a:off x="7548652" y="5600278"/>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Hexagon 20">
              <a:extLst>
                <a:ext uri="{FF2B5EF4-FFF2-40B4-BE49-F238E27FC236}">
                  <a16:creationId xmlns:a16="http://schemas.microsoft.com/office/drawing/2014/main" id="{BD650A31-2F6C-E054-B387-A93698A171A7}"/>
                </a:ext>
              </a:extLst>
            </p:cNvPr>
            <p:cNvSpPr/>
            <p:nvPr/>
          </p:nvSpPr>
          <p:spPr>
            <a:xfrm>
              <a:off x="8455453" y="5089486"/>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Hexagon 21">
              <a:extLst>
                <a:ext uri="{FF2B5EF4-FFF2-40B4-BE49-F238E27FC236}">
                  <a16:creationId xmlns:a16="http://schemas.microsoft.com/office/drawing/2014/main" id="{321E9F90-6176-FD88-1599-277512E45863}"/>
                </a:ext>
              </a:extLst>
            </p:cNvPr>
            <p:cNvSpPr/>
            <p:nvPr/>
          </p:nvSpPr>
          <p:spPr>
            <a:xfrm>
              <a:off x="8436796" y="4091351"/>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Hexagon 22">
              <a:extLst>
                <a:ext uri="{FF2B5EF4-FFF2-40B4-BE49-F238E27FC236}">
                  <a16:creationId xmlns:a16="http://schemas.microsoft.com/office/drawing/2014/main" id="{50DE7D10-FA94-A12B-1762-60BC013C3634}"/>
                </a:ext>
              </a:extLst>
            </p:cNvPr>
            <p:cNvSpPr/>
            <p:nvPr/>
          </p:nvSpPr>
          <p:spPr>
            <a:xfrm>
              <a:off x="7534052" y="4571996"/>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Hexagon 23">
              <a:extLst>
                <a:ext uri="{FF2B5EF4-FFF2-40B4-BE49-F238E27FC236}">
                  <a16:creationId xmlns:a16="http://schemas.microsoft.com/office/drawing/2014/main" id="{F8A7EEAF-C6EC-3A9D-5B87-B458C580DE03}"/>
                </a:ext>
              </a:extLst>
            </p:cNvPr>
            <p:cNvSpPr/>
            <p:nvPr/>
          </p:nvSpPr>
          <p:spPr>
            <a:xfrm>
              <a:off x="8405983" y="3102426"/>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Hexagon 24">
              <a:extLst>
                <a:ext uri="{FF2B5EF4-FFF2-40B4-BE49-F238E27FC236}">
                  <a16:creationId xmlns:a16="http://schemas.microsoft.com/office/drawing/2014/main" id="{9448B20C-4B94-E5F7-8D0F-2B2ED7CF7715}"/>
                </a:ext>
              </a:extLst>
            </p:cNvPr>
            <p:cNvSpPr/>
            <p:nvPr/>
          </p:nvSpPr>
          <p:spPr>
            <a:xfrm>
              <a:off x="8426343" y="2075817"/>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6" name="Hexagon 25">
              <a:extLst>
                <a:ext uri="{FF2B5EF4-FFF2-40B4-BE49-F238E27FC236}">
                  <a16:creationId xmlns:a16="http://schemas.microsoft.com/office/drawing/2014/main" id="{D5F0C530-69D4-9585-9573-507387D53331}"/>
                </a:ext>
              </a:extLst>
            </p:cNvPr>
            <p:cNvSpPr/>
            <p:nvPr/>
          </p:nvSpPr>
          <p:spPr>
            <a:xfrm>
              <a:off x="8412682" y="1078523"/>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Hexagon 26">
              <a:extLst>
                <a:ext uri="{FF2B5EF4-FFF2-40B4-BE49-F238E27FC236}">
                  <a16:creationId xmlns:a16="http://schemas.microsoft.com/office/drawing/2014/main" id="{A62ADEAF-B412-FD9B-881F-B76715703E1E}"/>
                </a:ext>
              </a:extLst>
            </p:cNvPr>
            <p:cNvSpPr/>
            <p:nvPr/>
          </p:nvSpPr>
          <p:spPr>
            <a:xfrm>
              <a:off x="8441820" y="63635"/>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Hexagon 27">
              <a:extLst>
                <a:ext uri="{FF2B5EF4-FFF2-40B4-BE49-F238E27FC236}">
                  <a16:creationId xmlns:a16="http://schemas.microsoft.com/office/drawing/2014/main" id="{47922EE2-3116-D8CB-6374-76B54B3FA3FB}"/>
                </a:ext>
              </a:extLst>
            </p:cNvPr>
            <p:cNvSpPr/>
            <p:nvPr/>
          </p:nvSpPr>
          <p:spPr>
            <a:xfrm>
              <a:off x="7514155" y="-436271"/>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Hexagon 28">
              <a:extLst>
                <a:ext uri="{FF2B5EF4-FFF2-40B4-BE49-F238E27FC236}">
                  <a16:creationId xmlns:a16="http://schemas.microsoft.com/office/drawing/2014/main" id="{CB69E8A1-2A79-A3C2-41C7-060B0181FE0C}"/>
                </a:ext>
              </a:extLst>
            </p:cNvPr>
            <p:cNvSpPr/>
            <p:nvPr/>
          </p:nvSpPr>
          <p:spPr>
            <a:xfrm>
              <a:off x="7514156" y="550143"/>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Hexagon 32">
              <a:extLst>
                <a:ext uri="{FF2B5EF4-FFF2-40B4-BE49-F238E27FC236}">
                  <a16:creationId xmlns:a16="http://schemas.microsoft.com/office/drawing/2014/main" id="{45C8DAA4-5039-DA4D-5121-4F299FB0CA51}"/>
                </a:ext>
              </a:extLst>
            </p:cNvPr>
            <p:cNvSpPr/>
            <p:nvPr/>
          </p:nvSpPr>
          <p:spPr>
            <a:xfrm>
              <a:off x="6659310" y="6060828"/>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Hexagon 33">
              <a:extLst>
                <a:ext uri="{FF2B5EF4-FFF2-40B4-BE49-F238E27FC236}">
                  <a16:creationId xmlns:a16="http://schemas.microsoft.com/office/drawing/2014/main" id="{0F56D62A-AA24-F9AF-C2C3-69A95C73A74E}"/>
                </a:ext>
              </a:extLst>
            </p:cNvPr>
            <p:cNvSpPr/>
            <p:nvPr/>
          </p:nvSpPr>
          <p:spPr>
            <a:xfrm>
              <a:off x="6612651" y="5072741"/>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5" name="Hexagon 34">
              <a:extLst>
                <a:ext uri="{FF2B5EF4-FFF2-40B4-BE49-F238E27FC236}">
                  <a16:creationId xmlns:a16="http://schemas.microsoft.com/office/drawing/2014/main" id="{5A5E2B77-9E3C-B30C-899D-6A276ADF940F}"/>
                </a:ext>
              </a:extLst>
            </p:cNvPr>
            <p:cNvSpPr/>
            <p:nvPr/>
          </p:nvSpPr>
          <p:spPr>
            <a:xfrm>
              <a:off x="5730908" y="6561573"/>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Hexagon 35">
              <a:extLst>
                <a:ext uri="{FF2B5EF4-FFF2-40B4-BE49-F238E27FC236}">
                  <a16:creationId xmlns:a16="http://schemas.microsoft.com/office/drawing/2014/main" id="{8DCB6AC5-7640-4C75-7578-E7AB69A64934}"/>
                </a:ext>
              </a:extLst>
            </p:cNvPr>
            <p:cNvSpPr/>
            <p:nvPr/>
          </p:nvSpPr>
          <p:spPr>
            <a:xfrm>
              <a:off x="5716908" y="5580184"/>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Hexagon 36">
              <a:extLst>
                <a:ext uri="{FF2B5EF4-FFF2-40B4-BE49-F238E27FC236}">
                  <a16:creationId xmlns:a16="http://schemas.microsoft.com/office/drawing/2014/main" id="{A51BDE0A-BDFD-CED1-B4D9-21B884AFC40B}"/>
                </a:ext>
              </a:extLst>
            </p:cNvPr>
            <p:cNvSpPr/>
            <p:nvPr/>
          </p:nvSpPr>
          <p:spPr>
            <a:xfrm>
              <a:off x="5691250" y="4598795"/>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Hexagon 37">
              <a:extLst>
                <a:ext uri="{FF2B5EF4-FFF2-40B4-BE49-F238E27FC236}">
                  <a16:creationId xmlns:a16="http://schemas.microsoft.com/office/drawing/2014/main" id="{5499430D-7EE6-5BCC-2DAC-5C23E51CB655}"/>
                </a:ext>
              </a:extLst>
            </p:cNvPr>
            <p:cNvSpPr/>
            <p:nvPr/>
          </p:nvSpPr>
          <p:spPr>
            <a:xfrm>
              <a:off x="11328042" y="5637124"/>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Hexagon 38">
              <a:extLst>
                <a:ext uri="{FF2B5EF4-FFF2-40B4-BE49-F238E27FC236}">
                  <a16:creationId xmlns:a16="http://schemas.microsoft.com/office/drawing/2014/main" id="{4718B0F8-84E9-8379-5C41-76F59899EF77}"/>
                </a:ext>
              </a:extLst>
            </p:cNvPr>
            <p:cNvSpPr/>
            <p:nvPr/>
          </p:nvSpPr>
          <p:spPr>
            <a:xfrm>
              <a:off x="10360347" y="5092093"/>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Hexagon 39">
              <a:extLst>
                <a:ext uri="{FF2B5EF4-FFF2-40B4-BE49-F238E27FC236}">
                  <a16:creationId xmlns:a16="http://schemas.microsoft.com/office/drawing/2014/main" id="{9F3D5159-9264-24C5-0980-58262C6FF539}"/>
                </a:ext>
              </a:extLst>
            </p:cNvPr>
            <p:cNvSpPr/>
            <p:nvPr/>
          </p:nvSpPr>
          <p:spPr>
            <a:xfrm>
              <a:off x="9358091" y="4570322"/>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Hexagon 40">
              <a:extLst>
                <a:ext uri="{FF2B5EF4-FFF2-40B4-BE49-F238E27FC236}">
                  <a16:creationId xmlns:a16="http://schemas.microsoft.com/office/drawing/2014/main" id="{88D26574-1C04-9397-0A0F-710DAF0D99AF}"/>
                </a:ext>
              </a:extLst>
            </p:cNvPr>
            <p:cNvSpPr/>
            <p:nvPr/>
          </p:nvSpPr>
          <p:spPr>
            <a:xfrm>
              <a:off x="11282955" y="4606327"/>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Hexagon 41">
              <a:extLst>
                <a:ext uri="{FF2B5EF4-FFF2-40B4-BE49-F238E27FC236}">
                  <a16:creationId xmlns:a16="http://schemas.microsoft.com/office/drawing/2014/main" id="{CA653997-7791-4B53-3D67-AC8AF874C253}"/>
                </a:ext>
              </a:extLst>
            </p:cNvPr>
            <p:cNvSpPr/>
            <p:nvPr/>
          </p:nvSpPr>
          <p:spPr>
            <a:xfrm>
              <a:off x="10289646" y="4091351"/>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Hexagon 42">
              <a:extLst>
                <a:ext uri="{FF2B5EF4-FFF2-40B4-BE49-F238E27FC236}">
                  <a16:creationId xmlns:a16="http://schemas.microsoft.com/office/drawing/2014/main" id="{7C432F66-122E-2DAE-9B79-243A166E2932}"/>
                </a:ext>
              </a:extLst>
            </p:cNvPr>
            <p:cNvSpPr/>
            <p:nvPr/>
          </p:nvSpPr>
          <p:spPr>
            <a:xfrm rot="21380104">
              <a:off x="11223708" y="3542044"/>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Hexagon 43">
              <a:extLst>
                <a:ext uri="{FF2B5EF4-FFF2-40B4-BE49-F238E27FC236}">
                  <a16:creationId xmlns:a16="http://schemas.microsoft.com/office/drawing/2014/main" id="{20B40EB2-33F1-338B-88FB-321B95CE1074}"/>
                </a:ext>
              </a:extLst>
            </p:cNvPr>
            <p:cNvSpPr/>
            <p:nvPr/>
          </p:nvSpPr>
          <p:spPr>
            <a:xfrm>
              <a:off x="9342456" y="3574701"/>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Hexagon 44">
              <a:extLst>
                <a:ext uri="{FF2B5EF4-FFF2-40B4-BE49-F238E27FC236}">
                  <a16:creationId xmlns:a16="http://schemas.microsoft.com/office/drawing/2014/main" id="{3FF513CC-35B3-32E0-8F66-54581EC1C199}"/>
                </a:ext>
              </a:extLst>
            </p:cNvPr>
            <p:cNvSpPr/>
            <p:nvPr/>
          </p:nvSpPr>
          <p:spPr>
            <a:xfrm>
              <a:off x="10276047" y="3086514"/>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Hexagon 45">
              <a:extLst>
                <a:ext uri="{FF2B5EF4-FFF2-40B4-BE49-F238E27FC236}">
                  <a16:creationId xmlns:a16="http://schemas.microsoft.com/office/drawing/2014/main" id="{BE5B2523-BF6E-0DD6-2935-8D1DE8F0A2EF}"/>
                </a:ext>
              </a:extLst>
            </p:cNvPr>
            <p:cNvSpPr/>
            <p:nvPr/>
          </p:nvSpPr>
          <p:spPr>
            <a:xfrm>
              <a:off x="11235864" y="2532184"/>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Hexagon 46">
              <a:extLst>
                <a:ext uri="{FF2B5EF4-FFF2-40B4-BE49-F238E27FC236}">
                  <a16:creationId xmlns:a16="http://schemas.microsoft.com/office/drawing/2014/main" id="{3C1FCBAE-B5D5-E104-664D-BDB2F4266D84}"/>
                </a:ext>
              </a:extLst>
            </p:cNvPr>
            <p:cNvSpPr/>
            <p:nvPr/>
          </p:nvSpPr>
          <p:spPr>
            <a:xfrm>
              <a:off x="10300564" y="2071624"/>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8" name="Hexagon 47">
              <a:extLst>
                <a:ext uri="{FF2B5EF4-FFF2-40B4-BE49-F238E27FC236}">
                  <a16:creationId xmlns:a16="http://schemas.microsoft.com/office/drawing/2014/main" id="{7CF4B384-AA75-0C36-9D89-CAB9E8AF16E3}"/>
                </a:ext>
              </a:extLst>
            </p:cNvPr>
            <p:cNvSpPr/>
            <p:nvPr/>
          </p:nvSpPr>
          <p:spPr>
            <a:xfrm>
              <a:off x="11217310" y="1518976"/>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9" name="Hexagon 48">
              <a:extLst>
                <a:ext uri="{FF2B5EF4-FFF2-40B4-BE49-F238E27FC236}">
                  <a16:creationId xmlns:a16="http://schemas.microsoft.com/office/drawing/2014/main" id="{B7E30619-0E42-DCB6-8805-46141EE679A1}"/>
                </a:ext>
              </a:extLst>
            </p:cNvPr>
            <p:cNvSpPr/>
            <p:nvPr/>
          </p:nvSpPr>
          <p:spPr>
            <a:xfrm>
              <a:off x="10276047" y="1021562"/>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Hexagon 49">
              <a:extLst>
                <a:ext uri="{FF2B5EF4-FFF2-40B4-BE49-F238E27FC236}">
                  <a16:creationId xmlns:a16="http://schemas.microsoft.com/office/drawing/2014/main" id="{0376D596-2522-FCFF-626C-A2FAAC4CCAE6}"/>
                </a:ext>
              </a:extLst>
            </p:cNvPr>
            <p:cNvSpPr/>
            <p:nvPr/>
          </p:nvSpPr>
          <p:spPr>
            <a:xfrm>
              <a:off x="11217311" y="-522524"/>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Hexagon 50">
              <a:extLst>
                <a:ext uri="{FF2B5EF4-FFF2-40B4-BE49-F238E27FC236}">
                  <a16:creationId xmlns:a16="http://schemas.microsoft.com/office/drawing/2014/main" id="{25801BD4-FFC5-324B-9EB3-D0DB832782AC}"/>
                </a:ext>
              </a:extLst>
            </p:cNvPr>
            <p:cNvSpPr/>
            <p:nvPr/>
          </p:nvSpPr>
          <p:spPr>
            <a:xfrm>
              <a:off x="11343206" y="6627630"/>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Hexagon 51">
              <a:extLst>
                <a:ext uri="{FF2B5EF4-FFF2-40B4-BE49-F238E27FC236}">
                  <a16:creationId xmlns:a16="http://schemas.microsoft.com/office/drawing/2014/main" id="{F1D0C23D-C0A6-BABC-0DD0-65800DEA5BE2}"/>
                </a:ext>
              </a:extLst>
            </p:cNvPr>
            <p:cNvSpPr/>
            <p:nvPr/>
          </p:nvSpPr>
          <p:spPr>
            <a:xfrm>
              <a:off x="9416839" y="6590044"/>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Hexagon 52">
              <a:extLst>
                <a:ext uri="{FF2B5EF4-FFF2-40B4-BE49-F238E27FC236}">
                  <a16:creationId xmlns:a16="http://schemas.microsoft.com/office/drawing/2014/main" id="{5C0FCDB2-EB94-3322-235F-D5681F9F0F87}"/>
                </a:ext>
              </a:extLst>
            </p:cNvPr>
            <p:cNvSpPr/>
            <p:nvPr/>
          </p:nvSpPr>
          <p:spPr>
            <a:xfrm>
              <a:off x="10327455" y="6082599"/>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Hexagon 53">
              <a:extLst>
                <a:ext uri="{FF2B5EF4-FFF2-40B4-BE49-F238E27FC236}">
                  <a16:creationId xmlns:a16="http://schemas.microsoft.com/office/drawing/2014/main" id="{90DD9A43-BE5A-F6D9-1D21-0F99FAB7C75C}"/>
                </a:ext>
              </a:extLst>
            </p:cNvPr>
            <p:cNvSpPr/>
            <p:nvPr/>
          </p:nvSpPr>
          <p:spPr>
            <a:xfrm>
              <a:off x="9391454" y="5580183"/>
              <a:ext cx="1080801" cy="934497"/>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7" name="TextBox 56">
            <a:extLst>
              <a:ext uri="{FF2B5EF4-FFF2-40B4-BE49-F238E27FC236}">
                <a16:creationId xmlns:a16="http://schemas.microsoft.com/office/drawing/2014/main" id="{EC345A31-72BD-B558-CA38-D20BE490D5CD}"/>
              </a:ext>
            </a:extLst>
          </p:cNvPr>
          <p:cNvSpPr txBox="1"/>
          <p:nvPr/>
        </p:nvSpPr>
        <p:spPr>
          <a:xfrm>
            <a:off x="458710" y="2122769"/>
            <a:ext cx="5923435" cy="1015663"/>
          </a:xfrm>
          <a:prstGeom prst="rect">
            <a:avLst/>
          </a:prstGeom>
          <a:noFill/>
        </p:spPr>
        <p:txBody>
          <a:bodyPr wrap="square" rtlCol="0">
            <a:spAutoFit/>
          </a:bodyPr>
          <a:lstStyle/>
          <a:p>
            <a:r>
              <a:rPr lang="en-US" sz="6000" dirty="0">
                <a:latin typeface="Berlin Sans FB Demi" panose="020E0802020502020306" pitchFamily="34" charset="0"/>
              </a:rPr>
              <a:t>CHILDS RIGHTS</a:t>
            </a:r>
            <a:endParaRPr lang="en-IN" sz="6000" dirty="0">
              <a:latin typeface="Berlin Sans FB Demi" panose="020E0802020502020306" pitchFamily="34" charset="0"/>
            </a:endParaRPr>
          </a:p>
        </p:txBody>
      </p:sp>
    </p:spTree>
    <p:extLst>
      <p:ext uri="{BB962C8B-B14F-4D97-AF65-F5344CB8AC3E}">
        <p14:creationId xmlns:p14="http://schemas.microsoft.com/office/powerpoint/2010/main" val="2789513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ircle: Hollow 1">
            <a:extLst>
              <a:ext uri="{FF2B5EF4-FFF2-40B4-BE49-F238E27FC236}">
                <a16:creationId xmlns:a16="http://schemas.microsoft.com/office/drawing/2014/main" id="{FF680C3C-ABC2-5979-5A6C-99A7286623EB}"/>
              </a:ext>
            </a:extLst>
          </p:cNvPr>
          <p:cNvSpPr/>
          <p:nvPr/>
        </p:nvSpPr>
        <p:spPr>
          <a:xfrm>
            <a:off x="-3163119" y="292429"/>
            <a:ext cx="6326238" cy="6184076"/>
          </a:xfrm>
          <a:prstGeom prst="donu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108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3" name="Oval 2">
            <a:extLst>
              <a:ext uri="{FF2B5EF4-FFF2-40B4-BE49-F238E27FC236}">
                <a16:creationId xmlns:a16="http://schemas.microsoft.com/office/drawing/2014/main" id="{B3C68DBB-32D6-5F49-3A23-44FF20FCA885}"/>
              </a:ext>
            </a:extLst>
          </p:cNvPr>
          <p:cNvSpPr/>
          <p:nvPr/>
        </p:nvSpPr>
        <p:spPr>
          <a:xfrm>
            <a:off x="48058" y="218208"/>
            <a:ext cx="1863869" cy="1937163"/>
          </a:xfrm>
          <a:prstGeom prst="ellipse">
            <a:avLst/>
          </a:prstGeom>
          <a:solidFill>
            <a:schemeClr val="accent6">
              <a:lumMod val="50000"/>
            </a:schemeClr>
          </a:solidFill>
          <a:ln w="76200">
            <a:solidFill>
              <a:schemeClr val="bg1"/>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IN" dirty="0"/>
          </a:p>
        </p:txBody>
      </p:sp>
      <p:pic>
        <p:nvPicPr>
          <p:cNvPr id="5" name="Graphic 4" descr="Open book">
            <a:extLst>
              <a:ext uri="{FF2B5EF4-FFF2-40B4-BE49-F238E27FC236}">
                <a16:creationId xmlns:a16="http://schemas.microsoft.com/office/drawing/2014/main" id="{042A8F65-853A-8DDC-C043-A058988B0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8764" y="731817"/>
            <a:ext cx="914400" cy="914400"/>
          </a:xfrm>
          <a:prstGeom prst="rect">
            <a:avLst/>
          </a:prstGeom>
        </p:spPr>
      </p:pic>
      <p:pic>
        <p:nvPicPr>
          <p:cNvPr id="7" name="Graphic 6" descr="Gavel">
            <a:extLst>
              <a:ext uri="{FF2B5EF4-FFF2-40B4-BE49-F238E27FC236}">
                <a16:creationId xmlns:a16="http://schemas.microsoft.com/office/drawing/2014/main" id="{97E2B313-883E-427C-955A-298A2E6474D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20080" y="3318749"/>
            <a:ext cx="914400" cy="914400"/>
          </a:xfrm>
          <a:prstGeom prst="rect">
            <a:avLst/>
          </a:prstGeom>
        </p:spPr>
      </p:pic>
      <p:pic>
        <p:nvPicPr>
          <p:cNvPr id="9" name="Graphic 8" descr="Handcuffs">
            <a:extLst>
              <a:ext uri="{FF2B5EF4-FFF2-40B4-BE49-F238E27FC236}">
                <a16:creationId xmlns:a16="http://schemas.microsoft.com/office/drawing/2014/main" id="{505566F5-C4F5-B975-2295-9F354B49DAD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20080" y="2098889"/>
            <a:ext cx="914400" cy="894096"/>
          </a:xfrm>
          <a:prstGeom prst="rect">
            <a:avLst/>
          </a:prstGeom>
        </p:spPr>
      </p:pic>
      <p:pic>
        <p:nvPicPr>
          <p:cNvPr id="11" name="Graphic 10" descr="Gears">
            <a:extLst>
              <a:ext uri="{FF2B5EF4-FFF2-40B4-BE49-F238E27FC236}">
                <a16:creationId xmlns:a16="http://schemas.microsoft.com/office/drawing/2014/main" id="{1F2349B5-D790-E270-22CE-6B7ED6CDE7B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62880" y="4613563"/>
            <a:ext cx="914400" cy="914400"/>
          </a:xfrm>
          <a:prstGeom prst="rect">
            <a:avLst/>
          </a:prstGeom>
        </p:spPr>
      </p:pic>
      <p:pic>
        <p:nvPicPr>
          <p:cNvPr id="13" name="Graphic 12" descr="User network">
            <a:extLst>
              <a:ext uri="{FF2B5EF4-FFF2-40B4-BE49-F238E27FC236}">
                <a16:creationId xmlns:a16="http://schemas.microsoft.com/office/drawing/2014/main" id="{B91A3F9C-3DB9-3B10-99AB-7822F05C195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0" y="5211783"/>
            <a:ext cx="914400" cy="914400"/>
          </a:xfrm>
          <a:prstGeom prst="rect">
            <a:avLst/>
          </a:prstGeom>
        </p:spPr>
      </p:pic>
      <p:sp>
        <p:nvSpPr>
          <p:cNvPr id="14" name="Rectangle: Rounded Corners 13">
            <a:extLst>
              <a:ext uri="{FF2B5EF4-FFF2-40B4-BE49-F238E27FC236}">
                <a16:creationId xmlns:a16="http://schemas.microsoft.com/office/drawing/2014/main" id="{E63221DA-8D6F-ED8B-4896-A3144114D0DE}"/>
              </a:ext>
            </a:extLst>
          </p:cNvPr>
          <p:cNvSpPr/>
          <p:nvPr/>
        </p:nvSpPr>
        <p:spPr>
          <a:xfrm>
            <a:off x="3849303" y="292430"/>
            <a:ext cx="8089852" cy="6184076"/>
          </a:xfrm>
          <a:prstGeom prst="roundRec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A38D45A2-F890-26EE-272B-1883F1CBC2E8}"/>
              </a:ext>
            </a:extLst>
          </p:cNvPr>
          <p:cNvSpPr txBox="1"/>
          <p:nvPr/>
        </p:nvSpPr>
        <p:spPr>
          <a:xfrm>
            <a:off x="4427296" y="731817"/>
            <a:ext cx="7107381" cy="5201424"/>
          </a:xfrm>
          <a:prstGeom prst="rect">
            <a:avLst/>
          </a:prstGeom>
          <a:noFill/>
        </p:spPr>
        <p:txBody>
          <a:bodyPr wrap="square" rtlCol="0">
            <a:spAutoFit/>
          </a:bodyPr>
          <a:lstStyle/>
          <a:p>
            <a:r>
              <a:rPr lang="en-US" sz="3600" dirty="0">
                <a:solidFill>
                  <a:schemeClr val="bg1"/>
                </a:solidFill>
                <a:latin typeface="Bodoni Bd BT" panose="02070803080706020303" pitchFamily="18" charset="0"/>
              </a:rPr>
              <a:t>INTRODUCTION</a:t>
            </a:r>
          </a:p>
          <a:p>
            <a:endParaRPr lang="en-US" sz="3600" dirty="0">
              <a:solidFill>
                <a:schemeClr val="bg1"/>
              </a:solidFill>
              <a:latin typeface="Bodoni Bd BT" panose="02070803080706020303" pitchFamily="18" charset="0"/>
            </a:endParaRPr>
          </a:p>
          <a:p>
            <a:r>
              <a:rPr lang="en-US" sz="2000" dirty="0">
                <a:solidFill>
                  <a:schemeClr val="bg1"/>
                </a:solidFill>
                <a:latin typeface="Bell MT" panose="02020503060305020303" pitchFamily="18" charset="0"/>
              </a:rPr>
              <a:t>Child rights are the fundamental human rights entitled to every person under 18, ensuring their protection, development, survival, and participation for a safe and healthy childhood.</a:t>
            </a:r>
          </a:p>
          <a:p>
            <a:endParaRPr lang="en-US" sz="2000" dirty="0">
              <a:solidFill>
                <a:schemeClr val="bg1"/>
              </a:solidFill>
              <a:latin typeface="Bell MT" panose="02020503060305020303" pitchFamily="18" charset="0"/>
            </a:endParaRPr>
          </a:p>
          <a:p>
            <a:r>
              <a:rPr lang="en-US" sz="2000" dirty="0">
                <a:solidFill>
                  <a:schemeClr val="bg1"/>
                </a:solidFill>
                <a:latin typeface="Bell MT" panose="02020503060305020303" pitchFamily="18" charset="0"/>
              </a:rPr>
              <a:t> Child rights came into being to protect children from exploitation, neglect, and abuse, and to ensure their well-being and development. After the devastating impact of two world wars, the need to safeguard children's rights gained global attention. In 1959, the United Nations adopted the Declaration of the Rights of the Child. Building on that, the UN Convention on the Rights of the Child (UNCRC) was adopted in 1989. It became the most widely ratified human rights treaty, setting global standards for the care, protection, and participation of children in society.</a:t>
            </a:r>
            <a:endParaRPr lang="en-IN" sz="2000" dirty="0">
              <a:solidFill>
                <a:schemeClr val="bg1"/>
              </a:solidFill>
              <a:latin typeface="Bell MT" panose="02020503060305020303" pitchFamily="18" charset="0"/>
            </a:endParaRPr>
          </a:p>
        </p:txBody>
      </p:sp>
    </p:spTree>
    <p:extLst>
      <p:ext uri="{BB962C8B-B14F-4D97-AF65-F5344CB8AC3E}">
        <p14:creationId xmlns:p14="http://schemas.microsoft.com/office/powerpoint/2010/main" val="1441305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2E25D-E7A7-C7CB-3F42-8411BF5A1339}"/>
            </a:ext>
          </a:extLst>
        </p:cNvPr>
        <p:cNvGrpSpPr/>
        <p:nvPr/>
      </p:nvGrpSpPr>
      <p:grpSpPr>
        <a:xfrm>
          <a:off x="0" y="0"/>
          <a:ext cx="0" cy="0"/>
          <a:chOff x="0" y="0"/>
          <a:chExt cx="0" cy="0"/>
        </a:xfrm>
      </p:grpSpPr>
      <p:sp>
        <p:nvSpPr>
          <p:cNvPr id="2" name="Circle: Hollow 1">
            <a:extLst>
              <a:ext uri="{FF2B5EF4-FFF2-40B4-BE49-F238E27FC236}">
                <a16:creationId xmlns:a16="http://schemas.microsoft.com/office/drawing/2014/main" id="{F0E29E01-33B5-4D5D-93CA-B3535ABCA896}"/>
              </a:ext>
            </a:extLst>
          </p:cNvPr>
          <p:cNvSpPr/>
          <p:nvPr/>
        </p:nvSpPr>
        <p:spPr>
          <a:xfrm>
            <a:off x="-3163119" y="292429"/>
            <a:ext cx="6326238" cy="6184076"/>
          </a:xfrm>
          <a:prstGeom prst="donu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108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3" name="Oval 2">
            <a:extLst>
              <a:ext uri="{FF2B5EF4-FFF2-40B4-BE49-F238E27FC236}">
                <a16:creationId xmlns:a16="http://schemas.microsoft.com/office/drawing/2014/main" id="{68B3938B-513E-556E-C0EB-514577790611}"/>
              </a:ext>
            </a:extLst>
          </p:cNvPr>
          <p:cNvSpPr/>
          <p:nvPr/>
        </p:nvSpPr>
        <p:spPr>
          <a:xfrm>
            <a:off x="1299250" y="1401625"/>
            <a:ext cx="1863869" cy="1937163"/>
          </a:xfrm>
          <a:prstGeom prst="ellipse">
            <a:avLst/>
          </a:prstGeom>
          <a:solidFill>
            <a:schemeClr val="accent6">
              <a:lumMod val="50000"/>
            </a:schemeClr>
          </a:solidFill>
          <a:ln w="76200">
            <a:solidFill>
              <a:schemeClr val="bg1"/>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IN" dirty="0"/>
          </a:p>
        </p:txBody>
      </p:sp>
      <p:pic>
        <p:nvPicPr>
          <p:cNvPr id="5" name="Graphic 4" descr="Open book">
            <a:extLst>
              <a:ext uri="{FF2B5EF4-FFF2-40B4-BE49-F238E27FC236}">
                <a16:creationId xmlns:a16="http://schemas.microsoft.com/office/drawing/2014/main" id="{B7F5D3A7-2649-A883-3D8B-578CAACBAA4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8764" y="731817"/>
            <a:ext cx="914400" cy="914400"/>
          </a:xfrm>
          <a:prstGeom prst="rect">
            <a:avLst/>
          </a:prstGeom>
        </p:spPr>
      </p:pic>
      <p:pic>
        <p:nvPicPr>
          <p:cNvPr id="7" name="Graphic 6" descr="Gavel">
            <a:extLst>
              <a:ext uri="{FF2B5EF4-FFF2-40B4-BE49-F238E27FC236}">
                <a16:creationId xmlns:a16="http://schemas.microsoft.com/office/drawing/2014/main" id="{92681E0F-306A-8C2C-58DF-7868C4A6F5F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20080" y="3318749"/>
            <a:ext cx="914400" cy="914400"/>
          </a:xfrm>
          <a:prstGeom prst="rect">
            <a:avLst/>
          </a:prstGeom>
        </p:spPr>
      </p:pic>
      <p:pic>
        <p:nvPicPr>
          <p:cNvPr id="9" name="Graphic 8" descr="Handcuffs">
            <a:extLst>
              <a:ext uri="{FF2B5EF4-FFF2-40B4-BE49-F238E27FC236}">
                <a16:creationId xmlns:a16="http://schemas.microsoft.com/office/drawing/2014/main" id="{AC90D821-F93A-B27D-570C-75EA86243DE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20080" y="2098889"/>
            <a:ext cx="914400" cy="894096"/>
          </a:xfrm>
          <a:prstGeom prst="rect">
            <a:avLst/>
          </a:prstGeom>
        </p:spPr>
      </p:pic>
      <p:pic>
        <p:nvPicPr>
          <p:cNvPr id="11" name="Graphic 10" descr="Gears">
            <a:extLst>
              <a:ext uri="{FF2B5EF4-FFF2-40B4-BE49-F238E27FC236}">
                <a16:creationId xmlns:a16="http://schemas.microsoft.com/office/drawing/2014/main" id="{FC9E7733-7031-96FA-6148-C8F61A14E1C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62880" y="4613563"/>
            <a:ext cx="914400" cy="914400"/>
          </a:xfrm>
          <a:prstGeom prst="rect">
            <a:avLst/>
          </a:prstGeom>
        </p:spPr>
      </p:pic>
      <p:pic>
        <p:nvPicPr>
          <p:cNvPr id="13" name="Graphic 12" descr="User network">
            <a:extLst>
              <a:ext uri="{FF2B5EF4-FFF2-40B4-BE49-F238E27FC236}">
                <a16:creationId xmlns:a16="http://schemas.microsoft.com/office/drawing/2014/main" id="{D57D1428-AFCE-5A02-8314-5597FC1BD20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0" y="5211783"/>
            <a:ext cx="914400" cy="914400"/>
          </a:xfrm>
          <a:prstGeom prst="rect">
            <a:avLst/>
          </a:prstGeom>
        </p:spPr>
      </p:pic>
      <p:sp>
        <p:nvSpPr>
          <p:cNvPr id="14" name="Rectangle: Rounded Corners 13">
            <a:extLst>
              <a:ext uri="{FF2B5EF4-FFF2-40B4-BE49-F238E27FC236}">
                <a16:creationId xmlns:a16="http://schemas.microsoft.com/office/drawing/2014/main" id="{E3E7C298-0A3B-9970-0167-A145F8D407CC}"/>
              </a:ext>
            </a:extLst>
          </p:cNvPr>
          <p:cNvSpPr/>
          <p:nvPr/>
        </p:nvSpPr>
        <p:spPr>
          <a:xfrm>
            <a:off x="3699606" y="336962"/>
            <a:ext cx="8089852" cy="6184076"/>
          </a:xfrm>
          <a:prstGeom prst="roundRec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A9910A29-5E42-28F2-ACE2-CFE13D50A135}"/>
              </a:ext>
            </a:extLst>
          </p:cNvPr>
          <p:cNvSpPr txBox="1"/>
          <p:nvPr/>
        </p:nvSpPr>
        <p:spPr>
          <a:xfrm>
            <a:off x="11285082" y="924759"/>
            <a:ext cx="7107381" cy="5201424"/>
          </a:xfrm>
          <a:prstGeom prst="rect">
            <a:avLst/>
          </a:prstGeom>
          <a:noFill/>
        </p:spPr>
        <p:txBody>
          <a:bodyPr wrap="square" rtlCol="0">
            <a:spAutoFit/>
          </a:bodyPr>
          <a:lstStyle/>
          <a:p>
            <a:r>
              <a:rPr lang="en-US" sz="3600" dirty="0">
                <a:solidFill>
                  <a:schemeClr val="bg1"/>
                </a:solidFill>
                <a:latin typeface="Bodoni Bd BT" panose="02070803080706020303" pitchFamily="18" charset="0"/>
              </a:rPr>
              <a:t>INTRODUCTION</a:t>
            </a:r>
          </a:p>
          <a:p>
            <a:endParaRPr lang="en-US" sz="3600" dirty="0">
              <a:solidFill>
                <a:schemeClr val="bg1"/>
              </a:solidFill>
              <a:latin typeface="Bodoni Bd BT" panose="02070803080706020303" pitchFamily="18" charset="0"/>
            </a:endParaRPr>
          </a:p>
          <a:p>
            <a:r>
              <a:rPr lang="en-US" sz="2000" dirty="0">
                <a:solidFill>
                  <a:schemeClr val="bg1"/>
                </a:solidFill>
                <a:latin typeface="Bell MT" panose="02020503060305020303" pitchFamily="18" charset="0"/>
              </a:rPr>
              <a:t>Child rights are the fundamental human rights entitled to every person under 18, ensuring their protection, development, survival, and participation for a safe and healthy childhood.</a:t>
            </a:r>
          </a:p>
          <a:p>
            <a:endParaRPr lang="en-US" sz="2000" dirty="0">
              <a:solidFill>
                <a:schemeClr val="bg1"/>
              </a:solidFill>
              <a:latin typeface="Bell MT" panose="02020503060305020303" pitchFamily="18" charset="0"/>
            </a:endParaRPr>
          </a:p>
          <a:p>
            <a:r>
              <a:rPr lang="en-US" sz="2000" dirty="0">
                <a:solidFill>
                  <a:schemeClr val="bg1"/>
                </a:solidFill>
                <a:latin typeface="Bell MT" panose="02020503060305020303" pitchFamily="18" charset="0"/>
              </a:rPr>
              <a:t> Child rights came into being to protect children from exploitation, neglect, and abuse, and to ensure their well-being and development. After the devastating impact of two world wars, the need to safeguard children's rights gained global attention. In 1959, the United Nations adopted the Declaration of the Rights of the Child. Building on that, the UN Convention on the Rights of the Child (UNCRC) was adopted in 1989. It became the most widely ratified human rights treaty, setting global standards for the care, protection, and participation of children in society.</a:t>
            </a:r>
            <a:endParaRPr lang="en-IN" sz="2000" dirty="0">
              <a:solidFill>
                <a:schemeClr val="bg1"/>
              </a:solidFill>
              <a:latin typeface="Bell MT" panose="02020503060305020303" pitchFamily="18" charset="0"/>
            </a:endParaRPr>
          </a:p>
        </p:txBody>
      </p:sp>
      <p:sp>
        <p:nvSpPr>
          <p:cNvPr id="4" name="TextBox 3">
            <a:extLst>
              <a:ext uri="{FF2B5EF4-FFF2-40B4-BE49-F238E27FC236}">
                <a16:creationId xmlns:a16="http://schemas.microsoft.com/office/drawing/2014/main" id="{0C637715-6436-BD58-F31B-348C9A04D70D}"/>
              </a:ext>
            </a:extLst>
          </p:cNvPr>
          <p:cNvSpPr txBox="1"/>
          <p:nvPr/>
        </p:nvSpPr>
        <p:spPr>
          <a:xfrm>
            <a:off x="4042064" y="810491"/>
            <a:ext cx="7107381" cy="5447645"/>
          </a:xfrm>
          <a:prstGeom prst="rect">
            <a:avLst/>
          </a:prstGeom>
          <a:noFill/>
        </p:spPr>
        <p:txBody>
          <a:bodyPr wrap="square" rtlCol="0">
            <a:spAutoFit/>
          </a:bodyPr>
          <a:lstStyle/>
          <a:p>
            <a:r>
              <a:rPr lang="en-US" sz="3200" dirty="0">
                <a:solidFill>
                  <a:schemeClr val="bg1"/>
                </a:solidFill>
                <a:latin typeface="Bodoni Bd BT" panose="02070803080706020303" pitchFamily="18" charset="0"/>
              </a:rPr>
              <a:t>DIFFERENT TYPES OF VIOLATIONS FACED BY CHILDREN</a:t>
            </a:r>
          </a:p>
          <a:p>
            <a:endParaRPr lang="en-IN" sz="3200" dirty="0">
              <a:solidFill>
                <a:schemeClr val="bg1"/>
              </a:solidFill>
              <a:latin typeface="Bodoni Bd BT" panose="02070803080706020303" pitchFamily="18" charset="0"/>
            </a:endParaRPr>
          </a:p>
          <a:p>
            <a:r>
              <a:rPr lang="en-US" dirty="0">
                <a:solidFill>
                  <a:schemeClr val="bg1"/>
                </a:solidFill>
              </a:rPr>
              <a:t>Child abuse is physical, sexual, emotional and/or psychological maltreatment or neglect of a child, especially by a parent or a caregiver.</a:t>
            </a:r>
          </a:p>
          <a:p>
            <a:endParaRPr lang="en-US" dirty="0">
              <a:solidFill>
                <a:schemeClr val="bg1"/>
              </a:solidFill>
            </a:endParaRPr>
          </a:p>
          <a:p>
            <a:r>
              <a:rPr lang="en-US" dirty="0">
                <a:solidFill>
                  <a:schemeClr val="bg1"/>
                </a:solidFill>
              </a:rPr>
              <a:t>Child labor refers to the exploitation of children through work that deprives them of their childhood, potential, and dignity, and is harmful to their physical and mental development.</a:t>
            </a:r>
          </a:p>
          <a:p>
            <a:endParaRPr lang="en-US" dirty="0">
              <a:solidFill>
                <a:schemeClr val="bg1"/>
              </a:solidFill>
            </a:endParaRPr>
          </a:p>
          <a:p>
            <a:r>
              <a:rPr lang="en-US" dirty="0">
                <a:solidFill>
                  <a:schemeClr val="bg1"/>
                </a:solidFill>
              </a:rPr>
              <a:t> Commercial Sexual Exploitation of Children defines the "umbrella" of crimes and activities that involve inflicting sexual abuse on to a child as a financial or personal opportunity.</a:t>
            </a:r>
          </a:p>
          <a:p>
            <a:endParaRPr lang="en-US" dirty="0">
              <a:solidFill>
                <a:schemeClr val="bg1"/>
              </a:solidFill>
            </a:endParaRPr>
          </a:p>
          <a:p>
            <a:r>
              <a:rPr lang="en-US" dirty="0">
                <a:solidFill>
                  <a:schemeClr val="bg1"/>
                </a:solidFill>
              </a:rPr>
              <a:t>Child marriage in India in Indian law is a marriage in which the bride is less than 18 years of age.</a:t>
            </a:r>
            <a:endParaRPr lang="en-IN" dirty="0">
              <a:solidFill>
                <a:schemeClr val="bg1"/>
              </a:solidFill>
            </a:endParaRPr>
          </a:p>
          <a:p>
            <a:endParaRPr lang="en-IN" dirty="0"/>
          </a:p>
        </p:txBody>
      </p:sp>
    </p:spTree>
    <p:extLst>
      <p:ext uri="{BB962C8B-B14F-4D97-AF65-F5344CB8AC3E}">
        <p14:creationId xmlns:p14="http://schemas.microsoft.com/office/powerpoint/2010/main" val="38577760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0DEB9-EDB2-84DD-2866-67BA11838A93}"/>
            </a:ext>
          </a:extLst>
        </p:cNvPr>
        <p:cNvGrpSpPr/>
        <p:nvPr/>
      </p:nvGrpSpPr>
      <p:grpSpPr>
        <a:xfrm>
          <a:off x="0" y="0"/>
          <a:ext cx="0" cy="0"/>
          <a:chOff x="0" y="0"/>
          <a:chExt cx="0" cy="0"/>
        </a:xfrm>
      </p:grpSpPr>
      <p:sp>
        <p:nvSpPr>
          <p:cNvPr id="2" name="Circle: Hollow 1">
            <a:extLst>
              <a:ext uri="{FF2B5EF4-FFF2-40B4-BE49-F238E27FC236}">
                <a16:creationId xmlns:a16="http://schemas.microsoft.com/office/drawing/2014/main" id="{D573D32F-DD4C-04F8-BE5E-C049E99B4E9A}"/>
              </a:ext>
            </a:extLst>
          </p:cNvPr>
          <p:cNvSpPr/>
          <p:nvPr/>
        </p:nvSpPr>
        <p:spPr>
          <a:xfrm>
            <a:off x="-3163119" y="292429"/>
            <a:ext cx="6326238" cy="6184076"/>
          </a:xfrm>
          <a:prstGeom prst="donu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108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3" name="Oval 2">
            <a:extLst>
              <a:ext uri="{FF2B5EF4-FFF2-40B4-BE49-F238E27FC236}">
                <a16:creationId xmlns:a16="http://schemas.microsoft.com/office/drawing/2014/main" id="{4947B1BF-0F9A-BE14-599F-5CC0E98FA784}"/>
              </a:ext>
            </a:extLst>
          </p:cNvPr>
          <p:cNvSpPr/>
          <p:nvPr/>
        </p:nvSpPr>
        <p:spPr>
          <a:xfrm>
            <a:off x="1366789" y="2965861"/>
            <a:ext cx="1812829" cy="1778871"/>
          </a:xfrm>
          <a:prstGeom prst="ellipse">
            <a:avLst/>
          </a:prstGeom>
          <a:solidFill>
            <a:schemeClr val="accent6">
              <a:lumMod val="50000"/>
            </a:schemeClr>
          </a:solidFill>
          <a:ln w="76200">
            <a:solidFill>
              <a:schemeClr val="bg1"/>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IN" dirty="0"/>
          </a:p>
        </p:txBody>
      </p:sp>
      <p:pic>
        <p:nvPicPr>
          <p:cNvPr id="5" name="Graphic 4" descr="Open book">
            <a:extLst>
              <a:ext uri="{FF2B5EF4-FFF2-40B4-BE49-F238E27FC236}">
                <a16:creationId xmlns:a16="http://schemas.microsoft.com/office/drawing/2014/main" id="{84DF30D4-12F0-55AC-43D3-27479537464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8764" y="731817"/>
            <a:ext cx="914400" cy="914400"/>
          </a:xfrm>
          <a:prstGeom prst="rect">
            <a:avLst/>
          </a:prstGeom>
        </p:spPr>
      </p:pic>
      <p:pic>
        <p:nvPicPr>
          <p:cNvPr id="7" name="Graphic 6" descr="Gavel">
            <a:extLst>
              <a:ext uri="{FF2B5EF4-FFF2-40B4-BE49-F238E27FC236}">
                <a16:creationId xmlns:a16="http://schemas.microsoft.com/office/drawing/2014/main" id="{9CFCE1B0-1104-3099-9932-E11F0AE3BBC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20080" y="3397065"/>
            <a:ext cx="836084" cy="836084"/>
          </a:xfrm>
          <a:prstGeom prst="rect">
            <a:avLst/>
          </a:prstGeom>
        </p:spPr>
      </p:pic>
      <p:pic>
        <p:nvPicPr>
          <p:cNvPr id="9" name="Graphic 8" descr="Handcuffs">
            <a:extLst>
              <a:ext uri="{FF2B5EF4-FFF2-40B4-BE49-F238E27FC236}">
                <a16:creationId xmlns:a16="http://schemas.microsoft.com/office/drawing/2014/main" id="{D5BE0B21-B78A-896B-1902-6F67F585AD0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20080" y="1991386"/>
            <a:ext cx="914400" cy="894096"/>
          </a:xfrm>
          <a:prstGeom prst="rect">
            <a:avLst/>
          </a:prstGeom>
        </p:spPr>
      </p:pic>
      <p:pic>
        <p:nvPicPr>
          <p:cNvPr id="11" name="Graphic 10" descr="Gears">
            <a:extLst>
              <a:ext uri="{FF2B5EF4-FFF2-40B4-BE49-F238E27FC236}">
                <a16:creationId xmlns:a16="http://schemas.microsoft.com/office/drawing/2014/main" id="{89E573B4-A38E-D682-869C-0C2F0D5B89B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62880" y="4613563"/>
            <a:ext cx="914400" cy="914400"/>
          </a:xfrm>
          <a:prstGeom prst="rect">
            <a:avLst/>
          </a:prstGeom>
        </p:spPr>
      </p:pic>
      <p:pic>
        <p:nvPicPr>
          <p:cNvPr id="13" name="Graphic 12" descr="User network">
            <a:extLst>
              <a:ext uri="{FF2B5EF4-FFF2-40B4-BE49-F238E27FC236}">
                <a16:creationId xmlns:a16="http://schemas.microsoft.com/office/drawing/2014/main" id="{4C9594AC-36C7-BDD5-FB7A-0CA7E1ED310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0" y="5211783"/>
            <a:ext cx="914400" cy="914400"/>
          </a:xfrm>
          <a:prstGeom prst="rect">
            <a:avLst/>
          </a:prstGeom>
        </p:spPr>
      </p:pic>
      <p:sp>
        <p:nvSpPr>
          <p:cNvPr id="14" name="Rectangle: Rounded Corners 13">
            <a:extLst>
              <a:ext uri="{FF2B5EF4-FFF2-40B4-BE49-F238E27FC236}">
                <a16:creationId xmlns:a16="http://schemas.microsoft.com/office/drawing/2014/main" id="{5BCA8123-B83A-A40E-5DDA-0C3CC2286640}"/>
              </a:ext>
            </a:extLst>
          </p:cNvPr>
          <p:cNvSpPr/>
          <p:nvPr/>
        </p:nvSpPr>
        <p:spPr>
          <a:xfrm>
            <a:off x="3699606" y="336962"/>
            <a:ext cx="8089852" cy="6184076"/>
          </a:xfrm>
          <a:prstGeom prst="roundRec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75150F11-4568-CE88-CC71-EC748E98DDE6}"/>
              </a:ext>
            </a:extLst>
          </p:cNvPr>
          <p:cNvSpPr txBox="1"/>
          <p:nvPr/>
        </p:nvSpPr>
        <p:spPr>
          <a:xfrm>
            <a:off x="11361018" y="705177"/>
            <a:ext cx="7107381" cy="5447645"/>
          </a:xfrm>
          <a:prstGeom prst="rect">
            <a:avLst/>
          </a:prstGeom>
          <a:noFill/>
        </p:spPr>
        <p:txBody>
          <a:bodyPr wrap="square" rtlCol="0">
            <a:spAutoFit/>
          </a:bodyPr>
          <a:lstStyle/>
          <a:p>
            <a:r>
              <a:rPr lang="en-US" sz="3200" dirty="0">
                <a:solidFill>
                  <a:schemeClr val="bg1"/>
                </a:solidFill>
                <a:latin typeface="Bodoni Bd BT" panose="02070803080706020303" pitchFamily="18" charset="0"/>
              </a:rPr>
              <a:t>DIFFERENT TYPES OF VIOLATIONS FACED BY CHILDREN</a:t>
            </a:r>
          </a:p>
          <a:p>
            <a:endParaRPr lang="en-IN" sz="3200" dirty="0">
              <a:solidFill>
                <a:schemeClr val="bg1"/>
              </a:solidFill>
              <a:latin typeface="Bodoni Bd BT" panose="02070803080706020303" pitchFamily="18" charset="0"/>
            </a:endParaRPr>
          </a:p>
          <a:p>
            <a:r>
              <a:rPr lang="en-US" dirty="0">
                <a:solidFill>
                  <a:schemeClr val="bg1"/>
                </a:solidFill>
              </a:rPr>
              <a:t>Child abuse is physical, sexual, emotional and/or psychological maltreatment or neglect of a child, especially by a parent or a caregiver.</a:t>
            </a:r>
          </a:p>
          <a:p>
            <a:endParaRPr lang="en-US" dirty="0">
              <a:solidFill>
                <a:schemeClr val="bg1"/>
              </a:solidFill>
            </a:endParaRPr>
          </a:p>
          <a:p>
            <a:r>
              <a:rPr lang="en-US" dirty="0">
                <a:solidFill>
                  <a:schemeClr val="bg1"/>
                </a:solidFill>
              </a:rPr>
              <a:t>Child labor refers to the exploitation of children through work that deprives them of their childhood, potential, and dignity, and is harmful to their physical and mental development.</a:t>
            </a:r>
          </a:p>
          <a:p>
            <a:endParaRPr lang="en-US" dirty="0">
              <a:solidFill>
                <a:schemeClr val="bg1"/>
              </a:solidFill>
            </a:endParaRPr>
          </a:p>
          <a:p>
            <a:r>
              <a:rPr lang="en-US" dirty="0">
                <a:solidFill>
                  <a:schemeClr val="bg1"/>
                </a:solidFill>
              </a:rPr>
              <a:t> Commercial Sexual Exploitation of Children defines the "umbrella" of crimes and activities that involve inflicting sexual abuse on to a child as a financial or personal opportunity.</a:t>
            </a:r>
          </a:p>
          <a:p>
            <a:endParaRPr lang="en-US" dirty="0">
              <a:solidFill>
                <a:schemeClr val="bg1"/>
              </a:solidFill>
            </a:endParaRPr>
          </a:p>
          <a:p>
            <a:r>
              <a:rPr lang="en-US" dirty="0">
                <a:solidFill>
                  <a:schemeClr val="bg1"/>
                </a:solidFill>
              </a:rPr>
              <a:t>Child marriage in India in Indian law is a marriage in which the bride is less than 18 years of age.</a:t>
            </a:r>
            <a:endParaRPr lang="en-IN" dirty="0">
              <a:solidFill>
                <a:schemeClr val="bg1"/>
              </a:solidFill>
            </a:endParaRPr>
          </a:p>
          <a:p>
            <a:endParaRPr lang="en-IN" dirty="0"/>
          </a:p>
        </p:txBody>
      </p:sp>
      <p:sp>
        <p:nvSpPr>
          <p:cNvPr id="6" name="TextBox 5">
            <a:extLst>
              <a:ext uri="{FF2B5EF4-FFF2-40B4-BE49-F238E27FC236}">
                <a16:creationId xmlns:a16="http://schemas.microsoft.com/office/drawing/2014/main" id="{C6EDFD70-3E4F-6BA5-2F4B-FD7F881CCB77}"/>
              </a:ext>
            </a:extLst>
          </p:cNvPr>
          <p:cNvSpPr txBox="1"/>
          <p:nvPr/>
        </p:nvSpPr>
        <p:spPr>
          <a:xfrm>
            <a:off x="3985809" y="643621"/>
            <a:ext cx="7279358" cy="5570756"/>
          </a:xfrm>
          <a:prstGeom prst="rect">
            <a:avLst/>
          </a:prstGeom>
          <a:noFill/>
        </p:spPr>
        <p:txBody>
          <a:bodyPr wrap="square" rtlCol="0">
            <a:spAutoFit/>
          </a:bodyPr>
          <a:lstStyle/>
          <a:p>
            <a:r>
              <a:rPr lang="en-US" sz="3200" dirty="0">
                <a:solidFill>
                  <a:schemeClr val="bg1"/>
                </a:solidFill>
                <a:latin typeface="Bodoni Bd BT" panose="02070803080706020303" pitchFamily="18" charset="0"/>
              </a:rPr>
              <a:t>NATIONAL LAWS AND POLICIES</a:t>
            </a:r>
            <a:endParaRPr lang="en-IN" sz="3200" dirty="0">
              <a:solidFill>
                <a:schemeClr val="bg1"/>
              </a:solidFill>
              <a:latin typeface="Bodoni Bd BT" panose="02070803080706020303" pitchFamily="18" charset="0"/>
            </a:endParaRPr>
          </a:p>
          <a:p>
            <a:endParaRPr lang="en-US" dirty="0">
              <a:solidFill>
                <a:schemeClr val="bg1"/>
              </a:solidFill>
              <a:latin typeface="Bell MT" panose="02020503060305020303" pitchFamily="18" charset="0"/>
            </a:endParaRPr>
          </a:p>
          <a:p>
            <a:r>
              <a:rPr lang="en-US" dirty="0">
                <a:solidFill>
                  <a:schemeClr val="bg1"/>
                </a:solidFill>
                <a:latin typeface="Bell MT" panose="02020503060305020303" pitchFamily="18" charset="0"/>
              </a:rPr>
              <a:t>India’s national framework for child rights is rooted in its Constitution, which guarantees fundamental rights such as equality, education, and protection from exploitation. These rights form the basis for all child-related laws and policies in the country.</a:t>
            </a:r>
          </a:p>
          <a:p>
            <a:endParaRPr lang="en-US" dirty="0">
              <a:solidFill>
                <a:schemeClr val="bg1"/>
              </a:solidFill>
              <a:latin typeface="Bell MT" panose="02020503060305020303" pitchFamily="18" charset="0"/>
            </a:endParaRPr>
          </a:p>
          <a:p>
            <a:r>
              <a:rPr lang="en-US" dirty="0">
                <a:solidFill>
                  <a:schemeClr val="bg1"/>
                </a:solidFill>
                <a:latin typeface="Bell MT" panose="02020503060305020303" pitchFamily="18" charset="0"/>
              </a:rPr>
              <a:t>Key legislations include the Juvenile Justice (Care and Protection of Children) Act, 2015, which provides for the care, rehabilitation, and social integration of children in need. The Protection of Children from Sexual Offences (POCSO) Act, 2012 ensures child-friendly legal procedures and strict punishment for sexual offences against minors.</a:t>
            </a:r>
          </a:p>
          <a:p>
            <a:endParaRPr lang="en-US" dirty="0">
              <a:solidFill>
                <a:schemeClr val="bg1"/>
              </a:solidFill>
              <a:latin typeface="Bell MT" panose="02020503060305020303" pitchFamily="18" charset="0"/>
            </a:endParaRPr>
          </a:p>
          <a:p>
            <a:r>
              <a:rPr lang="en-US" dirty="0">
                <a:solidFill>
                  <a:schemeClr val="bg1"/>
                </a:solidFill>
                <a:latin typeface="Bell MT" panose="02020503060305020303" pitchFamily="18" charset="0"/>
              </a:rPr>
              <a:t>In addition to laws, policies like the National Policy for Children (2013) focus on survival, health, nutrition, education, and protection. The Right to Education Act, 2009 mandates free and compulsory education for children aged 6 to 14. Together, these laws and policies reflect India’s commitment to creating a safe, inclusive, and nurturing environment for all children.</a:t>
            </a:r>
          </a:p>
          <a:p>
            <a:endParaRPr lang="en-IN" dirty="0"/>
          </a:p>
        </p:txBody>
      </p:sp>
    </p:spTree>
    <p:extLst>
      <p:ext uri="{BB962C8B-B14F-4D97-AF65-F5344CB8AC3E}">
        <p14:creationId xmlns:p14="http://schemas.microsoft.com/office/powerpoint/2010/main" val="3644534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9EF63-8B20-A210-DF65-1A567A2440D6}"/>
            </a:ext>
          </a:extLst>
        </p:cNvPr>
        <p:cNvGrpSpPr/>
        <p:nvPr/>
      </p:nvGrpSpPr>
      <p:grpSpPr>
        <a:xfrm>
          <a:off x="0" y="0"/>
          <a:ext cx="0" cy="0"/>
          <a:chOff x="0" y="0"/>
          <a:chExt cx="0" cy="0"/>
        </a:xfrm>
      </p:grpSpPr>
      <p:sp>
        <p:nvSpPr>
          <p:cNvPr id="2" name="Circle: Hollow 1">
            <a:extLst>
              <a:ext uri="{FF2B5EF4-FFF2-40B4-BE49-F238E27FC236}">
                <a16:creationId xmlns:a16="http://schemas.microsoft.com/office/drawing/2014/main" id="{7D02ECCC-E639-E937-57C1-8F76C3CF2D75}"/>
              </a:ext>
            </a:extLst>
          </p:cNvPr>
          <p:cNvSpPr/>
          <p:nvPr/>
        </p:nvSpPr>
        <p:spPr>
          <a:xfrm>
            <a:off x="-3163119" y="292429"/>
            <a:ext cx="6326238" cy="6184076"/>
          </a:xfrm>
          <a:prstGeom prst="donu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108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3" name="Oval 2">
            <a:extLst>
              <a:ext uri="{FF2B5EF4-FFF2-40B4-BE49-F238E27FC236}">
                <a16:creationId xmlns:a16="http://schemas.microsoft.com/office/drawing/2014/main" id="{7A0A691C-DB20-D45C-230B-259E2886E7BD}"/>
              </a:ext>
            </a:extLst>
          </p:cNvPr>
          <p:cNvSpPr/>
          <p:nvPr/>
        </p:nvSpPr>
        <p:spPr>
          <a:xfrm>
            <a:off x="837261" y="4233149"/>
            <a:ext cx="1812829" cy="1778871"/>
          </a:xfrm>
          <a:prstGeom prst="ellipse">
            <a:avLst/>
          </a:prstGeom>
          <a:solidFill>
            <a:schemeClr val="accent6">
              <a:lumMod val="50000"/>
            </a:schemeClr>
          </a:solidFill>
          <a:ln w="76200">
            <a:solidFill>
              <a:schemeClr val="bg1"/>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IN" dirty="0"/>
          </a:p>
        </p:txBody>
      </p:sp>
      <p:pic>
        <p:nvPicPr>
          <p:cNvPr id="5" name="Graphic 4" descr="Open book">
            <a:extLst>
              <a:ext uri="{FF2B5EF4-FFF2-40B4-BE49-F238E27FC236}">
                <a16:creationId xmlns:a16="http://schemas.microsoft.com/office/drawing/2014/main" id="{FEE6C0CF-BD96-329D-1345-FC1A3C3B008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8764" y="731817"/>
            <a:ext cx="914400" cy="914400"/>
          </a:xfrm>
          <a:prstGeom prst="rect">
            <a:avLst/>
          </a:prstGeom>
        </p:spPr>
      </p:pic>
      <p:pic>
        <p:nvPicPr>
          <p:cNvPr id="7" name="Graphic 6" descr="Gavel">
            <a:extLst>
              <a:ext uri="{FF2B5EF4-FFF2-40B4-BE49-F238E27FC236}">
                <a16:creationId xmlns:a16="http://schemas.microsoft.com/office/drawing/2014/main" id="{9AE6D2FC-EDEC-91EF-8D0D-F01B11D0114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20080" y="3397065"/>
            <a:ext cx="836084" cy="836084"/>
          </a:xfrm>
          <a:prstGeom prst="rect">
            <a:avLst/>
          </a:prstGeom>
        </p:spPr>
      </p:pic>
      <p:pic>
        <p:nvPicPr>
          <p:cNvPr id="9" name="Graphic 8" descr="Handcuffs">
            <a:extLst>
              <a:ext uri="{FF2B5EF4-FFF2-40B4-BE49-F238E27FC236}">
                <a16:creationId xmlns:a16="http://schemas.microsoft.com/office/drawing/2014/main" id="{75622F28-A1CB-B21A-8385-73D5393687B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20080" y="1991386"/>
            <a:ext cx="914400" cy="894096"/>
          </a:xfrm>
          <a:prstGeom prst="rect">
            <a:avLst/>
          </a:prstGeom>
        </p:spPr>
      </p:pic>
      <p:pic>
        <p:nvPicPr>
          <p:cNvPr id="11" name="Graphic 10" descr="Gears">
            <a:extLst>
              <a:ext uri="{FF2B5EF4-FFF2-40B4-BE49-F238E27FC236}">
                <a16:creationId xmlns:a16="http://schemas.microsoft.com/office/drawing/2014/main" id="{41118EF3-F14F-9D40-4691-86562314DA2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62880" y="4613563"/>
            <a:ext cx="914400" cy="914400"/>
          </a:xfrm>
          <a:prstGeom prst="rect">
            <a:avLst/>
          </a:prstGeom>
        </p:spPr>
      </p:pic>
      <p:pic>
        <p:nvPicPr>
          <p:cNvPr id="13" name="Graphic 12" descr="User network">
            <a:extLst>
              <a:ext uri="{FF2B5EF4-FFF2-40B4-BE49-F238E27FC236}">
                <a16:creationId xmlns:a16="http://schemas.microsoft.com/office/drawing/2014/main" id="{8A292872-956C-10BD-56B3-5FB348A0D4F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0" y="5211783"/>
            <a:ext cx="914400" cy="914400"/>
          </a:xfrm>
          <a:prstGeom prst="rect">
            <a:avLst/>
          </a:prstGeom>
        </p:spPr>
      </p:pic>
      <p:sp>
        <p:nvSpPr>
          <p:cNvPr id="14" name="Rectangle: Rounded Corners 13">
            <a:extLst>
              <a:ext uri="{FF2B5EF4-FFF2-40B4-BE49-F238E27FC236}">
                <a16:creationId xmlns:a16="http://schemas.microsoft.com/office/drawing/2014/main" id="{3349A4D9-3E51-1F4B-2849-F03DEB93514E}"/>
              </a:ext>
            </a:extLst>
          </p:cNvPr>
          <p:cNvSpPr/>
          <p:nvPr/>
        </p:nvSpPr>
        <p:spPr>
          <a:xfrm>
            <a:off x="3699606" y="336962"/>
            <a:ext cx="8089852" cy="6184076"/>
          </a:xfrm>
          <a:prstGeom prst="roundRec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E305E0C5-DC9D-A4D0-110F-6AE8F2E134EF}"/>
              </a:ext>
            </a:extLst>
          </p:cNvPr>
          <p:cNvSpPr txBox="1"/>
          <p:nvPr/>
        </p:nvSpPr>
        <p:spPr>
          <a:xfrm>
            <a:off x="11450339" y="805042"/>
            <a:ext cx="7279358" cy="5570756"/>
          </a:xfrm>
          <a:prstGeom prst="rect">
            <a:avLst/>
          </a:prstGeom>
          <a:noFill/>
        </p:spPr>
        <p:txBody>
          <a:bodyPr wrap="square" rtlCol="0">
            <a:spAutoFit/>
          </a:bodyPr>
          <a:lstStyle/>
          <a:p>
            <a:r>
              <a:rPr lang="en-US" sz="3200" dirty="0">
                <a:solidFill>
                  <a:schemeClr val="bg1"/>
                </a:solidFill>
                <a:latin typeface="Bodoni Bd BT" panose="02070803080706020303" pitchFamily="18" charset="0"/>
              </a:rPr>
              <a:t>NATIONAL LAWS AND POLICIES</a:t>
            </a:r>
            <a:endParaRPr lang="en-IN" sz="3200" dirty="0">
              <a:solidFill>
                <a:schemeClr val="bg1"/>
              </a:solidFill>
              <a:latin typeface="Bodoni Bd BT" panose="02070803080706020303" pitchFamily="18" charset="0"/>
            </a:endParaRPr>
          </a:p>
          <a:p>
            <a:endParaRPr lang="en-US" dirty="0">
              <a:solidFill>
                <a:schemeClr val="bg1"/>
              </a:solidFill>
              <a:latin typeface="Bell MT" panose="02020503060305020303" pitchFamily="18" charset="0"/>
            </a:endParaRPr>
          </a:p>
          <a:p>
            <a:r>
              <a:rPr lang="en-US" dirty="0">
                <a:solidFill>
                  <a:schemeClr val="bg1"/>
                </a:solidFill>
                <a:latin typeface="Bell MT" panose="02020503060305020303" pitchFamily="18" charset="0"/>
              </a:rPr>
              <a:t>India’s national framework for child rights is rooted in its Constitution, which guarantees fundamental rights such as equality, education, and protection from exploitation. These rights form the basis for all child-related laws and policies in the country.</a:t>
            </a:r>
          </a:p>
          <a:p>
            <a:endParaRPr lang="en-US" dirty="0">
              <a:solidFill>
                <a:schemeClr val="bg1"/>
              </a:solidFill>
              <a:latin typeface="Bell MT" panose="02020503060305020303" pitchFamily="18" charset="0"/>
            </a:endParaRPr>
          </a:p>
          <a:p>
            <a:r>
              <a:rPr lang="en-US" dirty="0">
                <a:solidFill>
                  <a:schemeClr val="bg1"/>
                </a:solidFill>
                <a:latin typeface="Bell MT" panose="02020503060305020303" pitchFamily="18" charset="0"/>
              </a:rPr>
              <a:t>Key legislations include the Juvenile Justice (Care and Protection of Children) Act, 2015, which provides for the care, rehabilitation, and social integration of children in need. The Protection of Children from Sexual Offences (POCSO) Act, 2012 ensures child-friendly legal procedures and strict punishment for sexual offences against minors.</a:t>
            </a:r>
          </a:p>
          <a:p>
            <a:endParaRPr lang="en-US" dirty="0">
              <a:solidFill>
                <a:schemeClr val="bg1"/>
              </a:solidFill>
              <a:latin typeface="Bell MT" panose="02020503060305020303" pitchFamily="18" charset="0"/>
            </a:endParaRPr>
          </a:p>
          <a:p>
            <a:r>
              <a:rPr lang="en-US" dirty="0">
                <a:solidFill>
                  <a:schemeClr val="bg1"/>
                </a:solidFill>
                <a:latin typeface="Bell MT" panose="02020503060305020303" pitchFamily="18" charset="0"/>
              </a:rPr>
              <a:t>In addition to laws, policies like the National Policy for Children (2013) focus on survival, health, nutrition, education, and protection. The Right to Education Act, 2009 mandates free and compulsory education for children aged 6 to 14. Together, these laws and policies reflect India’s commitment to creating a safe, inclusive, and nurturing environment for all children.</a:t>
            </a:r>
          </a:p>
          <a:p>
            <a:endParaRPr lang="en-IN" dirty="0"/>
          </a:p>
        </p:txBody>
      </p:sp>
      <p:sp>
        <p:nvSpPr>
          <p:cNvPr id="8" name="TextBox 7">
            <a:extLst>
              <a:ext uri="{FF2B5EF4-FFF2-40B4-BE49-F238E27FC236}">
                <a16:creationId xmlns:a16="http://schemas.microsoft.com/office/drawing/2014/main" id="{59DF5FED-C517-536A-B281-2C196F2C30F8}"/>
              </a:ext>
            </a:extLst>
          </p:cNvPr>
          <p:cNvSpPr txBox="1"/>
          <p:nvPr/>
        </p:nvSpPr>
        <p:spPr>
          <a:xfrm>
            <a:off x="3957267" y="486655"/>
            <a:ext cx="7574530" cy="6063198"/>
          </a:xfrm>
          <a:prstGeom prst="rect">
            <a:avLst/>
          </a:prstGeom>
          <a:noFill/>
        </p:spPr>
        <p:txBody>
          <a:bodyPr wrap="square" rtlCol="0">
            <a:spAutoFit/>
          </a:bodyPr>
          <a:lstStyle/>
          <a:p>
            <a:r>
              <a:rPr lang="en-US" sz="3200" dirty="0">
                <a:solidFill>
                  <a:schemeClr val="bg1"/>
                </a:solidFill>
                <a:latin typeface="Bodoni Bd BT" panose="02070803080706020303" pitchFamily="18" charset="0"/>
              </a:rPr>
              <a:t>FUNDAMENTAL CATEGORIES OF CHILD RIGHTS </a:t>
            </a:r>
          </a:p>
          <a:p>
            <a:r>
              <a:rPr lang="en-US" dirty="0">
                <a:solidFill>
                  <a:schemeClr val="bg1"/>
                </a:solidFill>
                <a:latin typeface="Bell MT" panose="02020503060305020303" pitchFamily="18" charset="0"/>
              </a:rPr>
              <a:t>The fundamental categories of child rights can be broadly classified into Survival, Development, Protection, and Participation. 1. Survival: This category focuses on the basic necessities for life, including the right to be born, access to adequate food, shelter, clothing, and healthcare. It also encompasses the right to live with dignity and access to a safe and healthy environment. </a:t>
            </a:r>
            <a:endParaRPr lang="en-IN" dirty="0">
              <a:solidFill>
                <a:schemeClr val="bg1"/>
              </a:solidFill>
              <a:latin typeface="Bell MT" panose="02020503060305020303" pitchFamily="18" charset="0"/>
            </a:endParaRPr>
          </a:p>
          <a:p>
            <a:r>
              <a:rPr lang="en-US" dirty="0">
                <a:solidFill>
                  <a:schemeClr val="bg1"/>
                </a:solidFill>
                <a:latin typeface="Bell MT" panose="02020503060305020303" pitchFamily="18" charset="0"/>
              </a:rPr>
              <a:t>2. Development: This category includes the right to education, learning, play, and all forms of development, including emotional, mental, and physical development. It emphasizes the importance of nurturing a child’s full potential. </a:t>
            </a:r>
            <a:endParaRPr lang="en-IN" dirty="0">
              <a:solidFill>
                <a:schemeClr val="bg1"/>
              </a:solidFill>
              <a:latin typeface="Bell MT" panose="02020503060305020303" pitchFamily="18" charset="0"/>
            </a:endParaRPr>
          </a:p>
          <a:p>
            <a:r>
              <a:rPr lang="en-US" dirty="0">
                <a:solidFill>
                  <a:schemeClr val="bg1"/>
                </a:solidFill>
                <a:latin typeface="Bell MT" panose="02020503060305020303" pitchFamily="18" charset="0"/>
              </a:rPr>
              <a:t>3. Protection: This category ensures children are safeguarded from all forms of violence, neglect, abuse (physical, sexual, and emotional), and exploitation. It includes protection from harmful practices like child marriage and trafficking. </a:t>
            </a:r>
            <a:endParaRPr lang="en-IN" dirty="0">
              <a:solidFill>
                <a:schemeClr val="bg1"/>
              </a:solidFill>
              <a:latin typeface="Bell MT" panose="02020503060305020303" pitchFamily="18" charset="0"/>
            </a:endParaRPr>
          </a:p>
          <a:p>
            <a:r>
              <a:rPr lang="en-US" dirty="0">
                <a:solidFill>
                  <a:schemeClr val="bg1"/>
                </a:solidFill>
                <a:latin typeface="Bell MT" panose="02020503060305020303" pitchFamily="18" charset="0"/>
              </a:rPr>
              <a:t>4. Participation: This category acknowledges children’s right to freedom of opinion, expression, association, and access to information. It also emphasizes their right to participate in decisions that affect them, according to their age and maturity. </a:t>
            </a:r>
            <a:endParaRPr lang="en-IN" dirty="0">
              <a:solidFill>
                <a:schemeClr val="bg1"/>
              </a:solidFill>
              <a:latin typeface="Bell MT" panose="02020503060305020303" pitchFamily="18" charset="0"/>
            </a:endParaRPr>
          </a:p>
          <a:p>
            <a:endParaRPr lang="en-IN" dirty="0"/>
          </a:p>
        </p:txBody>
      </p:sp>
    </p:spTree>
    <p:extLst>
      <p:ext uri="{BB962C8B-B14F-4D97-AF65-F5344CB8AC3E}">
        <p14:creationId xmlns:p14="http://schemas.microsoft.com/office/powerpoint/2010/main" val="3855478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CD955-5531-2EA0-0D5C-197C4EF5D513}"/>
            </a:ext>
          </a:extLst>
        </p:cNvPr>
        <p:cNvGrpSpPr/>
        <p:nvPr/>
      </p:nvGrpSpPr>
      <p:grpSpPr>
        <a:xfrm>
          <a:off x="0" y="0"/>
          <a:ext cx="0" cy="0"/>
          <a:chOff x="0" y="0"/>
          <a:chExt cx="0" cy="0"/>
        </a:xfrm>
      </p:grpSpPr>
      <p:sp>
        <p:nvSpPr>
          <p:cNvPr id="2" name="Circle: Hollow 1">
            <a:extLst>
              <a:ext uri="{FF2B5EF4-FFF2-40B4-BE49-F238E27FC236}">
                <a16:creationId xmlns:a16="http://schemas.microsoft.com/office/drawing/2014/main" id="{D94D5ED5-6312-EC28-323F-CFE2D3A6336C}"/>
              </a:ext>
            </a:extLst>
          </p:cNvPr>
          <p:cNvSpPr/>
          <p:nvPr/>
        </p:nvSpPr>
        <p:spPr>
          <a:xfrm>
            <a:off x="-3163119" y="292429"/>
            <a:ext cx="6326238" cy="6184076"/>
          </a:xfrm>
          <a:prstGeom prst="donu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108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3" name="Oval 2">
            <a:extLst>
              <a:ext uri="{FF2B5EF4-FFF2-40B4-BE49-F238E27FC236}">
                <a16:creationId xmlns:a16="http://schemas.microsoft.com/office/drawing/2014/main" id="{19D3308F-53A0-0890-E295-5383D4F6BBEE}"/>
              </a:ext>
            </a:extLst>
          </p:cNvPr>
          <p:cNvSpPr/>
          <p:nvPr/>
        </p:nvSpPr>
        <p:spPr>
          <a:xfrm>
            <a:off x="-358101" y="4854109"/>
            <a:ext cx="1812829" cy="1778871"/>
          </a:xfrm>
          <a:prstGeom prst="ellipse">
            <a:avLst/>
          </a:prstGeom>
          <a:solidFill>
            <a:schemeClr val="accent6">
              <a:lumMod val="50000"/>
            </a:schemeClr>
          </a:solidFill>
          <a:ln w="76200">
            <a:solidFill>
              <a:schemeClr val="bg1"/>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IN" dirty="0"/>
          </a:p>
        </p:txBody>
      </p:sp>
      <p:pic>
        <p:nvPicPr>
          <p:cNvPr id="5" name="Graphic 4" descr="Open book">
            <a:extLst>
              <a:ext uri="{FF2B5EF4-FFF2-40B4-BE49-F238E27FC236}">
                <a16:creationId xmlns:a16="http://schemas.microsoft.com/office/drawing/2014/main" id="{D494A534-AB88-8A97-2FFD-4BAAC4F41BF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8764" y="731817"/>
            <a:ext cx="914400" cy="914400"/>
          </a:xfrm>
          <a:prstGeom prst="rect">
            <a:avLst/>
          </a:prstGeom>
        </p:spPr>
      </p:pic>
      <p:pic>
        <p:nvPicPr>
          <p:cNvPr id="7" name="Graphic 6" descr="Gavel">
            <a:extLst>
              <a:ext uri="{FF2B5EF4-FFF2-40B4-BE49-F238E27FC236}">
                <a16:creationId xmlns:a16="http://schemas.microsoft.com/office/drawing/2014/main" id="{A01B6D68-D10C-4EF6-F596-6119C3CE97D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20080" y="3397065"/>
            <a:ext cx="836084" cy="836084"/>
          </a:xfrm>
          <a:prstGeom prst="rect">
            <a:avLst/>
          </a:prstGeom>
        </p:spPr>
      </p:pic>
      <p:pic>
        <p:nvPicPr>
          <p:cNvPr id="9" name="Graphic 8" descr="Handcuffs">
            <a:extLst>
              <a:ext uri="{FF2B5EF4-FFF2-40B4-BE49-F238E27FC236}">
                <a16:creationId xmlns:a16="http://schemas.microsoft.com/office/drawing/2014/main" id="{0D2A5781-DC9F-0ABE-DEBF-ACE9DB343C7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20080" y="1991386"/>
            <a:ext cx="914400" cy="894096"/>
          </a:xfrm>
          <a:prstGeom prst="rect">
            <a:avLst/>
          </a:prstGeom>
        </p:spPr>
      </p:pic>
      <p:pic>
        <p:nvPicPr>
          <p:cNvPr id="11" name="Graphic 10" descr="Gears">
            <a:extLst>
              <a:ext uri="{FF2B5EF4-FFF2-40B4-BE49-F238E27FC236}">
                <a16:creationId xmlns:a16="http://schemas.microsoft.com/office/drawing/2014/main" id="{5BA2DC20-5EC6-BBB7-3E45-FA98FD2F0B2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62880" y="4613563"/>
            <a:ext cx="914400" cy="914400"/>
          </a:xfrm>
          <a:prstGeom prst="rect">
            <a:avLst/>
          </a:prstGeom>
        </p:spPr>
      </p:pic>
      <p:pic>
        <p:nvPicPr>
          <p:cNvPr id="13" name="Graphic 12" descr="User network">
            <a:extLst>
              <a:ext uri="{FF2B5EF4-FFF2-40B4-BE49-F238E27FC236}">
                <a16:creationId xmlns:a16="http://schemas.microsoft.com/office/drawing/2014/main" id="{A88EEB66-3ECC-C2DD-C7DD-410A84D5BC8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0" y="5211783"/>
            <a:ext cx="914400" cy="914400"/>
          </a:xfrm>
          <a:prstGeom prst="rect">
            <a:avLst/>
          </a:prstGeom>
        </p:spPr>
      </p:pic>
      <p:sp>
        <p:nvSpPr>
          <p:cNvPr id="14" name="Rectangle: Rounded Corners 13">
            <a:extLst>
              <a:ext uri="{FF2B5EF4-FFF2-40B4-BE49-F238E27FC236}">
                <a16:creationId xmlns:a16="http://schemas.microsoft.com/office/drawing/2014/main" id="{CB2EE556-9F38-D4BC-E28C-E387C07B0C25}"/>
              </a:ext>
            </a:extLst>
          </p:cNvPr>
          <p:cNvSpPr/>
          <p:nvPr/>
        </p:nvSpPr>
        <p:spPr>
          <a:xfrm>
            <a:off x="3699606" y="336962"/>
            <a:ext cx="8089852" cy="6184076"/>
          </a:xfrm>
          <a:prstGeom prst="roundRec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2948BACC-1F66-3F1F-907F-E633A37F6290}"/>
              </a:ext>
            </a:extLst>
          </p:cNvPr>
          <p:cNvSpPr txBox="1"/>
          <p:nvPr/>
        </p:nvSpPr>
        <p:spPr>
          <a:xfrm>
            <a:off x="11450339" y="805042"/>
            <a:ext cx="7279358" cy="369332"/>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DC1BD4F4-546D-191B-9907-2DB62680E89D}"/>
              </a:ext>
            </a:extLst>
          </p:cNvPr>
          <p:cNvSpPr txBox="1"/>
          <p:nvPr/>
        </p:nvSpPr>
        <p:spPr>
          <a:xfrm>
            <a:off x="11354739" y="569782"/>
            <a:ext cx="7574530" cy="6063198"/>
          </a:xfrm>
          <a:prstGeom prst="rect">
            <a:avLst/>
          </a:prstGeom>
          <a:noFill/>
        </p:spPr>
        <p:txBody>
          <a:bodyPr wrap="square" rtlCol="0">
            <a:spAutoFit/>
          </a:bodyPr>
          <a:lstStyle/>
          <a:p>
            <a:r>
              <a:rPr lang="en-US" sz="3200" dirty="0">
                <a:solidFill>
                  <a:schemeClr val="bg1"/>
                </a:solidFill>
                <a:latin typeface="Bodoni Bd BT" panose="02070803080706020303" pitchFamily="18" charset="0"/>
              </a:rPr>
              <a:t>FUNDAMENTAL CATEGORIES OF CHILD RIGHTS </a:t>
            </a:r>
          </a:p>
          <a:p>
            <a:r>
              <a:rPr lang="en-US" dirty="0">
                <a:solidFill>
                  <a:schemeClr val="bg1"/>
                </a:solidFill>
                <a:latin typeface="Bell MT" panose="02020503060305020303" pitchFamily="18" charset="0"/>
              </a:rPr>
              <a:t>The fundamental categories of child rights can be broadly classified into Survival, Development, Protection, and Participation. 1. Survival: This category focuses on the basic necessities for life, including the right to be born, access to adequate food, shelter, clothing, and healthcare. It also encompasses the right to live with dignity and access to a safe and healthy environment. </a:t>
            </a:r>
            <a:endParaRPr lang="en-IN" dirty="0">
              <a:solidFill>
                <a:schemeClr val="bg1"/>
              </a:solidFill>
              <a:latin typeface="Bell MT" panose="02020503060305020303" pitchFamily="18" charset="0"/>
            </a:endParaRPr>
          </a:p>
          <a:p>
            <a:r>
              <a:rPr lang="en-US" dirty="0">
                <a:solidFill>
                  <a:schemeClr val="bg1"/>
                </a:solidFill>
                <a:latin typeface="Bell MT" panose="02020503060305020303" pitchFamily="18" charset="0"/>
              </a:rPr>
              <a:t>2. Development: This category includes the right to education, learning, play, and all forms of development, including emotional, mental, and physical development. It emphasizes the importance of nurturing a child’s full potential. </a:t>
            </a:r>
            <a:endParaRPr lang="en-IN" dirty="0">
              <a:solidFill>
                <a:schemeClr val="bg1"/>
              </a:solidFill>
              <a:latin typeface="Bell MT" panose="02020503060305020303" pitchFamily="18" charset="0"/>
            </a:endParaRPr>
          </a:p>
          <a:p>
            <a:r>
              <a:rPr lang="en-US" dirty="0">
                <a:solidFill>
                  <a:schemeClr val="bg1"/>
                </a:solidFill>
                <a:latin typeface="Bell MT" panose="02020503060305020303" pitchFamily="18" charset="0"/>
              </a:rPr>
              <a:t>3. Protection: This category ensures children are safeguarded from all forms of violence, neglect, abuse (physical, sexual, and emotional), and exploitation. It includes protection from harmful practices like child marriage and trafficking. </a:t>
            </a:r>
            <a:endParaRPr lang="en-IN" dirty="0">
              <a:solidFill>
                <a:schemeClr val="bg1"/>
              </a:solidFill>
              <a:latin typeface="Bell MT" panose="02020503060305020303" pitchFamily="18" charset="0"/>
            </a:endParaRPr>
          </a:p>
          <a:p>
            <a:r>
              <a:rPr lang="en-US" dirty="0">
                <a:solidFill>
                  <a:schemeClr val="bg1"/>
                </a:solidFill>
                <a:latin typeface="Bell MT" panose="02020503060305020303" pitchFamily="18" charset="0"/>
              </a:rPr>
              <a:t>4. Participation: This category acknowledges children’s right to freedom of opinion, expression, association, and access to information. It also emphasizes their right to participate in decisions that affect them, according to their age and maturity. </a:t>
            </a:r>
            <a:endParaRPr lang="en-IN" dirty="0">
              <a:solidFill>
                <a:schemeClr val="bg1"/>
              </a:solidFill>
              <a:latin typeface="Bell MT" panose="02020503060305020303" pitchFamily="18" charset="0"/>
            </a:endParaRPr>
          </a:p>
          <a:p>
            <a:endParaRPr lang="en-IN" dirty="0"/>
          </a:p>
        </p:txBody>
      </p:sp>
      <p:sp>
        <p:nvSpPr>
          <p:cNvPr id="4" name="TextBox 3">
            <a:extLst>
              <a:ext uri="{FF2B5EF4-FFF2-40B4-BE49-F238E27FC236}">
                <a16:creationId xmlns:a16="http://schemas.microsoft.com/office/drawing/2014/main" id="{9DFA45EC-DAAE-6617-EA3D-5B18580F5CB8}"/>
              </a:ext>
            </a:extLst>
          </p:cNvPr>
          <p:cNvSpPr txBox="1"/>
          <p:nvPr/>
        </p:nvSpPr>
        <p:spPr>
          <a:xfrm>
            <a:off x="4114799" y="602519"/>
            <a:ext cx="7135967" cy="5847755"/>
          </a:xfrm>
          <a:prstGeom prst="rect">
            <a:avLst/>
          </a:prstGeom>
          <a:noFill/>
        </p:spPr>
        <p:txBody>
          <a:bodyPr wrap="square" rtlCol="0">
            <a:spAutoFit/>
          </a:bodyPr>
          <a:lstStyle/>
          <a:p>
            <a:r>
              <a:rPr lang="en-US" sz="3200" dirty="0">
                <a:solidFill>
                  <a:schemeClr val="bg1"/>
                </a:solidFill>
                <a:latin typeface="Bodoni Bd BT" panose="02070803080706020303" pitchFamily="18" charset="0"/>
              </a:rPr>
              <a:t>ROLE OF CIVIL SOCIETY</a:t>
            </a:r>
          </a:p>
          <a:p>
            <a:endParaRPr lang="en-US" dirty="0">
              <a:solidFill>
                <a:schemeClr val="bg1"/>
              </a:solidFill>
              <a:latin typeface="Bell MT" panose="02020503060305020303" pitchFamily="18" charset="0"/>
            </a:endParaRPr>
          </a:p>
          <a:p>
            <a:pPr marL="342900" indent="-342900">
              <a:buAutoNum type="arabicPeriod"/>
            </a:pPr>
            <a:r>
              <a:rPr lang="en-US" dirty="0">
                <a:solidFill>
                  <a:schemeClr val="bg1"/>
                </a:solidFill>
                <a:latin typeface="Bell MT" panose="02020503060305020303" pitchFamily="18" charset="0"/>
              </a:rPr>
              <a:t>Advocacy and Policy Change: NGOs actively lobby for stronger laws and policies to protect children from abuse, exploitation, and neglect. They also monitor government performance in implementing child rights conventions and treaties.      </a:t>
            </a:r>
          </a:p>
          <a:p>
            <a:pPr marL="342900" indent="-342900">
              <a:buAutoNum type="arabicPeriod"/>
            </a:pPr>
            <a:r>
              <a:rPr lang="en-US" dirty="0">
                <a:solidFill>
                  <a:schemeClr val="bg1"/>
                </a:solidFill>
                <a:latin typeface="Bell MT" panose="02020503060305020303" pitchFamily="18" charset="0"/>
              </a:rPr>
              <a:t> Direct Services: Many NGOs provide direct services to children, such as shelter for orphaned or abandoned children, education and healthcare, and rehabilitation programs for children who have experienced violence or exploitation.</a:t>
            </a:r>
          </a:p>
          <a:p>
            <a:pPr marL="342900" indent="-342900">
              <a:buAutoNum type="arabicPeriod"/>
            </a:pPr>
            <a:r>
              <a:rPr lang="en-US" dirty="0">
                <a:solidFill>
                  <a:schemeClr val="bg1"/>
                </a:solidFill>
                <a:latin typeface="Bell MT" panose="02020503060305020303" pitchFamily="18" charset="0"/>
              </a:rPr>
              <a:t>Legal Aid and Support: Provide legal assistance to children who are victims of abuse, trafficking, labor, or violence. Help in rescue operations and rehabilitation of affected children . Promote implementation of child-friendly legal procedures. Examples of NGOs Active in Child Rights. Save the Children – education, emergency response, health and protection</a:t>
            </a:r>
          </a:p>
          <a:p>
            <a:pPr marL="342900" indent="-342900">
              <a:buAutoNum type="arabicPeriod"/>
            </a:pPr>
            <a:r>
              <a:rPr lang="en-IN" dirty="0">
                <a:solidFill>
                  <a:schemeClr val="bg1"/>
                </a:solidFill>
                <a:latin typeface="Bell MT" panose="02020503060305020303" pitchFamily="18" charset="0"/>
              </a:rPr>
              <a:t>. </a:t>
            </a:r>
            <a:r>
              <a:rPr lang="en-US" dirty="0">
                <a:solidFill>
                  <a:schemeClr val="bg1"/>
                </a:solidFill>
                <a:latin typeface="Bell MT" panose="02020503060305020303" pitchFamily="18" charset="0"/>
              </a:rPr>
              <a:t>CRY (Child Rights and You) – works on rights to survival, development, protection and participation . </a:t>
            </a:r>
            <a:r>
              <a:rPr lang="en-US" dirty="0" err="1">
                <a:solidFill>
                  <a:schemeClr val="bg1"/>
                </a:solidFill>
                <a:latin typeface="Bell MT" panose="02020503060305020303" pitchFamily="18" charset="0"/>
              </a:rPr>
              <a:t>Bachpan</a:t>
            </a:r>
            <a:r>
              <a:rPr lang="en-US" dirty="0">
                <a:solidFill>
                  <a:schemeClr val="bg1"/>
                </a:solidFill>
                <a:latin typeface="Bell MT" panose="02020503060305020303" pitchFamily="18" charset="0"/>
              </a:rPr>
              <a:t> Bachao </a:t>
            </a:r>
            <a:r>
              <a:rPr lang="en-US" dirty="0" err="1">
                <a:solidFill>
                  <a:schemeClr val="bg1"/>
                </a:solidFill>
                <a:latin typeface="Bell MT" panose="02020503060305020303" pitchFamily="18" charset="0"/>
              </a:rPr>
              <a:t>Andolan</a:t>
            </a:r>
            <a:r>
              <a:rPr lang="en-US" dirty="0">
                <a:solidFill>
                  <a:schemeClr val="bg1"/>
                </a:solidFill>
                <a:latin typeface="Bell MT" panose="02020503060305020303" pitchFamily="18" charset="0"/>
              </a:rPr>
              <a:t> – rescue and rehabilitation of child laborers and trafficking victims. </a:t>
            </a:r>
            <a:endParaRPr lang="en-IN" dirty="0">
              <a:solidFill>
                <a:schemeClr val="bg1"/>
              </a:solidFill>
              <a:latin typeface="Bell MT" panose="02020503060305020303" pitchFamily="18" charset="0"/>
            </a:endParaRPr>
          </a:p>
          <a:p>
            <a:endParaRPr lang="en-IN" dirty="0"/>
          </a:p>
        </p:txBody>
      </p:sp>
    </p:spTree>
    <p:extLst>
      <p:ext uri="{BB962C8B-B14F-4D97-AF65-F5344CB8AC3E}">
        <p14:creationId xmlns:p14="http://schemas.microsoft.com/office/powerpoint/2010/main" val="3176850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1648</TotalTime>
  <Words>1447</Words>
  <Application>Microsoft Office PowerPoint</Application>
  <PresentationFormat>Widescreen</PresentationFormat>
  <Paragraphs>59</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Arifa Islam</dc:creator>
  <cp:lastModifiedBy>Arifa Islam</cp:lastModifiedBy>
  <cp:revision>3</cp:revision>
  <dcterms:created xsi:type="dcterms:W3CDTF">2025-07-04T16:13:19Z</dcterms:created>
  <dcterms:modified xsi:type="dcterms:W3CDTF">2025-07-06T16:47:44Z</dcterms:modified>
</cp:coreProperties>
</file>