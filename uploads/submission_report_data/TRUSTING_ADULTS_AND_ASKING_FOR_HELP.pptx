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9300-B67E-599B-ABE4-8BCA5FC08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CC978A-FEF0-8A86-9F12-D2E8F145A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009-8FA6-2B2A-8F97-C883531A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4FF7A-00EA-2C57-A6FD-99FF4552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D38A1-6DB4-8EC9-ED41-F3637D69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99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D63C-E743-3D84-B365-DD71B869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9051B-0119-737B-73CE-C9F5024AC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46187-47AA-54C8-3271-B00271B9A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2D2B0-73BD-2E2E-96EF-392152A4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9650E-E89B-BA28-075B-62BCD675B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368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241C-41E7-A103-178E-317590D4A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036BF-2AEE-2B3D-7697-97511182B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D1457-0CBF-115A-01D2-5ECB1668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A5B3E-D647-1427-9AAF-60386D26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D9A1-81CE-C9CF-FA3D-38D6F1BC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17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8D337-1091-0C35-9473-2F74EFE67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6FBC6-2A51-68D3-CAFE-CF36D7081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63F9D-10C9-731E-445E-EFA19DE34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871BE-33C2-F496-2B75-E82F9A72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7CB1D-8C3F-7B9B-1E3E-DB52820FC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10A8C-1DEF-049F-B970-357B61BD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26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A45EB-457D-2158-7BDE-5B05BADF9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B581D-5E24-A675-3750-AB28DD8D6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FF195-DE67-8862-7414-C43F5D616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ADBFFB-3C5B-91CF-9AE3-9DD88C215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4CCC8-8F08-F70B-F216-5C84030AC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4D4C62-8C37-7A39-784E-AA8890F7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624872-390B-FBB7-0759-46C16089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F9F06-DA40-13BD-26F5-4235D776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4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451B-FB10-06B0-1D77-4ABAF0CCC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FED04-E88E-0465-F0E0-7E633097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C1DD8-67D4-6543-9B9D-86B241F42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86131-9E5C-7445-9333-796217F7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937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5E68F3-FC4A-C33B-6A8A-27C285AD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5E3C0-80E0-95FC-5616-CC2D5902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8A04B-CA91-41BC-F523-F776E43B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5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C65F-E258-DDF7-6A33-153BD855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FF2FA-AE6C-61F5-85A2-C10C22B01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C5C2D-986B-AF17-B56D-41709768F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8219A-9734-169C-5797-9D5C04DF4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071CB-C438-C9CB-8153-80E51DC1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3E0D4-562A-EC91-0076-F125DFFB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50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7006-3916-EF04-CFCB-AB06FE54A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F7455-80AF-8AD4-FAC1-91BAA6233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2E019-2364-3659-CC2E-8E45D40F0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41133-B720-2BE3-48ED-C7EF6503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F7924-5277-DF67-557C-B1B481DA1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281B8-07F1-0166-35DA-EABCDBAC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80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970B-4749-8E9C-0E0C-E10BBF3E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AA926-C562-AA8C-C650-B5C63152D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263CC-5F1F-2C74-ABEB-533461FB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48B1B-2D43-94CC-5A04-682E1DD7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137D7-441B-6306-C36F-AFBD4BB2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178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43C3F8-BC7A-159D-8261-8A04383FC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451E5-0943-AB38-6F2F-6EDA1F5E0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CBBB3-C083-6A2F-F562-18F78475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26C54-118C-7DFE-1B51-6208E9A9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7DDE9-13D5-2E00-9D0D-26EB6410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828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FDA5C3-5CDD-82D1-DB28-95A9FCFA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F05A0-0002-1EAE-41A5-DDFCF7D6D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29003-9DBD-C1BE-FD51-517F9F8350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B322E-D07C-47AE-A546-51770C0079B2}" type="datetimeFigureOut">
              <a:rPr lang="en-IN" smtClean="0"/>
              <a:t>14-06-2025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95A15-AE42-64FA-A3E0-59C6BC539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64B65-4576-135F-B7D2-6E6CBEAF0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CA55F-B346-4CB5-AA3A-9E316E039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92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1AD1E-9725-3266-6B5E-B2DF84922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6166"/>
            <a:ext cx="9144000" cy="2387600"/>
          </a:xfrm>
        </p:spPr>
        <p:txBody>
          <a:bodyPr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gency FB" panose="020B0503020202020204" pitchFamily="34" charset="0"/>
              </a:rPr>
              <a:t>TRUSTING ADULTS AND ASKING FOR HELP </a:t>
            </a:r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11A64-CED7-400F-7AE6-0D1155532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368" y="582169"/>
            <a:ext cx="9144000" cy="1655762"/>
          </a:xfrm>
        </p:spPr>
        <p:txBody>
          <a:bodyPr/>
          <a:lstStyle/>
          <a:p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SESSION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– </a:t>
            </a:r>
            <a:r>
              <a:rPr lang="en-IN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534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CE66C-8732-AE38-1A8E-2210313F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Who</a:t>
            </a:r>
            <a:r>
              <a:rPr lang="en-US" dirty="0"/>
              <a:t> </a:t>
            </a:r>
            <a:r>
              <a:rPr lang="en-US" b="1" u="sng" dirty="0"/>
              <a:t>is</a:t>
            </a:r>
            <a:r>
              <a:rPr lang="en-US" dirty="0"/>
              <a:t> </a:t>
            </a:r>
            <a:r>
              <a:rPr lang="en-US" b="1" u="sng" dirty="0"/>
              <a:t>a</a:t>
            </a:r>
            <a:r>
              <a:rPr lang="en-US" dirty="0"/>
              <a:t> </a:t>
            </a:r>
            <a:r>
              <a:rPr lang="en-US" b="1" u="sng" dirty="0"/>
              <a:t>Trusted</a:t>
            </a:r>
            <a:r>
              <a:rPr lang="en-US" dirty="0"/>
              <a:t> </a:t>
            </a:r>
            <a:r>
              <a:rPr lang="en-US" b="1" u="sng" dirty="0"/>
              <a:t>Adult</a:t>
            </a:r>
            <a:r>
              <a:rPr lang="en-US" dirty="0"/>
              <a:t>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C6D11-9D3A-AA4A-89AA-927BB4AFD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449"/>
            <a:ext cx="7519416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Trusting Adults and asking for help sometimes, you may feel scared, confused, or sad. That’s when you need to talk to a trusted adult — someone who cares about you and will help you feel safe. </a:t>
            </a:r>
          </a:p>
          <a:p>
            <a:r>
              <a:rPr lang="en-US" sz="2400" dirty="0"/>
              <a:t>A trusted adult can be your : </a:t>
            </a:r>
          </a:p>
          <a:p>
            <a:pPr>
              <a:buFontTx/>
              <a:buChar char="-"/>
            </a:pPr>
            <a:r>
              <a:rPr lang="en-US" sz="2400" dirty="0"/>
              <a:t>Parents</a:t>
            </a:r>
          </a:p>
          <a:p>
            <a:pPr>
              <a:buFontTx/>
              <a:buChar char="-"/>
            </a:pPr>
            <a:r>
              <a:rPr lang="en-US" sz="2400" dirty="0"/>
              <a:t>Teachers</a:t>
            </a:r>
          </a:p>
          <a:p>
            <a:pPr>
              <a:buFontTx/>
              <a:buChar char="-"/>
            </a:pPr>
            <a:r>
              <a:rPr lang="en-US" sz="2400" dirty="0"/>
              <a:t>Grandparents</a:t>
            </a:r>
          </a:p>
          <a:p>
            <a:pPr>
              <a:buFontTx/>
              <a:buChar char="-"/>
            </a:pPr>
            <a:r>
              <a:rPr lang="en-US" sz="2400" dirty="0"/>
              <a:t>School counsellor</a:t>
            </a:r>
          </a:p>
          <a:p>
            <a:pPr>
              <a:buFontTx/>
              <a:buChar char="-"/>
            </a:pPr>
            <a:r>
              <a:rPr lang="en-US" sz="2400" dirty="0"/>
              <a:t>Any grown-up who listens to you, helps you, and keeps you safe.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23BBC-260D-5131-8F4C-3244155D4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472" y="297561"/>
            <a:ext cx="2134743" cy="2134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13C0D0-12CD-AEF3-4FA9-F1EC1C15B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472" y="2568543"/>
            <a:ext cx="2134743" cy="213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26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F62F-2CEF-4F88-2D47-5668C7679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ASK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HELP</a:t>
            </a:r>
            <a:r>
              <a:rPr lang="en-IN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6AFEA-7313-2B44-396D-09BCF83BA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873"/>
            <a:ext cx="85344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2400" dirty="0"/>
              <a:t> If someone hurts you or makes you feel uncomfortable.</a:t>
            </a:r>
          </a:p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2400" dirty="0"/>
              <a:t>  If someone tells you to keep a secret that makes you feel worried or  scared.</a:t>
            </a:r>
          </a:p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2400" dirty="0"/>
              <a:t> If you see someone being bullied or in trouble.</a:t>
            </a:r>
          </a:p>
          <a:p>
            <a:pPr marL="0" indent="0">
              <a:buNone/>
            </a:pP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</a:t>
            </a:r>
            <a:r>
              <a:rPr lang="en-US" sz="2400" dirty="0"/>
              <a:t>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</a:t>
            </a:r>
            <a:r>
              <a:rPr lang="en-US" sz="2400" dirty="0"/>
              <a:t>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</a:t>
            </a:r>
            <a:r>
              <a:rPr lang="en-US" sz="2400" dirty="0"/>
              <a:t>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Say</a:t>
            </a:r>
            <a:r>
              <a:rPr lang="en-US" sz="2400" dirty="0"/>
              <a:t>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  <a:p>
            <a:pPr marL="0" indent="0">
              <a:buNone/>
            </a:pPr>
            <a:r>
              <a:rPr lang="en-US" sz="2400" dirty="0"/>
              <a:t>. I don’t feel safe. </a:t>
            </a:r>
          </a:p>
          <a:p>
            <a:pPr marL="0" indent="0">
              <a:buNone/>
            </a:pPr>
            <a:r>
              <a:rPr lang="en-US" sz="2400" dirty="0"/>
              <a:t>. I need help.</a:t>
            </a:r>
          </a:p>
          <a:p>
            <a:pPr marL="0" indent="0">
              <a:buNone/>
            </a:pPr>
            <a:r>
              <a:rPr lang="en-US" sz="2400" dirty="0"/>
              <a:t>. Can I talk to you about something?”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u="sng" dirty="0"/>
              <a:t>Remember</a:t>
            </a:r>
            <a:r>
              <a:rPr lang="en-US" sz="2400" dirty="0"/>
              <a:t>: Talking to a trusted adult is never wrong even if someone tells you not to.</a:t>
            </a:r>
          </a:p>
          <a:p>
            <a:pPr marL="0" indent="0">
              <a:buNone/>
            </a:pPr>
            <a:r>
              <a:rPr lang="en-US" sz="2400" dirty="0"/>
              <a:t>. You are never alone. </a:t>
            </a:r>
          </a:p>
          <a:p>
            <a:pPr marL="0" indent="0">
              <a:buNone/>
            </a:pPr>
            <a:r>
              <a:rPr lang="en-US" sz="2400" dirty="0"/>
              <a:t>. You can always ask for help.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3881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8664-8DF7-8070-DA05-009828C1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PRACTISE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SAYING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  <a:r>
              <a:rPr lang="en-IN" dirty="0"/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90AC7-37ED-ECAF-E962-1142CA5C7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31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Sometimes, someone might ask you to do something that feels wrong, weird, or makes you uncomfortable.</a:t>
            </a:r>
          </a:p>
          <a:p>
            <a:pPr marL="0" indent="0">
              <a:buNone/>
            </a:pPr>
            <a:r>
              <a:rPr lang="en-US" sz="2400" dirty="0"/>
              <a:t>It’s okay to say NO — even to a grown-up!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F2F6C-85A1-27E0-E824-7D8ED425F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84" y="2940876"/>
            <a:ext cx="2837688" cy="2837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5B6597-F02C-160C-0832-CEB2A3D33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4" y="2940876"/>
            <a:ext cx="4024026" cy="268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36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CD498-C6E3-19C6-D1E1-18C737C3C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SAY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  <a:r>
              <a:rPr lang="en-IN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22020-DAEB-EA50-4D62-2D307B148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593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If someone wants to touch you in a way you don’t like.</a:t>
            </a:r>
          </a:p>
          <a:p>
            <a:r>
              <a:rPr lang="en-US" sz="1800" dirty="0"/>
              <a:t>If someone asks you to keep a bad secret.</a:t>
            </a:r>
          </a:p>
          <a:p>
            <a:r>
              <a:rPr lang="en-US" sz="1800" dirty="0"/>
              <a:t>If someone shows you something that feels wrong or scary.</a:t>
            </a:r>
          </a:p>
          <a:p>
            <a:r>
              <a:rPr lang="en-US" sz="1800" dirty="0"/>
              <a:t>If someone tells you not to tell your parents or teacher.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</a:t>
            </a:r>
            <a:r>
              <a:rPr lang="en-US" sz="2400" dirty="0"/>
              <a:t>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</a:t>
            </a:r>
            <a:r>
              <a:rPr lang="en-US" sz="2400" dirty="0"/>
              <a:t>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Say</a:t>
            </a:r>
            <a:r>
              <a:rPr lang="en-US" sz="2400" dirty="0"/>
              <a:t> “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  <a:r>
              <a:rPr lang="en-US" sz="2400" dirty="0"/>
              <a:t>” ?</a:t>
            </a:r>
          </a:p>
          <a:p>
            <a:r>
              <a:rPr lang="en-US" sz="1800" dirty="0"/>
              <a:t>You can say it in a strong, clear </a:t>
            </a:r>
            <a:r>
              <a:rPr lang="en-US" sz="1800" dirty="0" err="1"/>
              <a:t>voice:“NO</a:t>
            </a:r>
            <a:r>
              <a:rPr lang="en-US" sz="1800" dirty="0"/>
              <a:t>! Stop </a:t>
            </a:r>
            <a:r>
              <a:rPr lang="en-US" sz="1800" dirty="0" err="1"/>
              <a:t>it!”“I</a:t>
            </a:r>
            <a:r>
              <a:rPr lang="en-US" sz="1800" dirty="0"/>
              <a:t> don’t like that!”“</a:t>
            </a:r>
          </a:p>
          <a:p>
            <a:r>
              <a:rPr lang="en-US" sz="1800" dirty="0"/>
              <a:t>Please leave me alone!”“</a:t>
            </a:r>
          </a:p>
          <a:p>
            <a:r>
              <a:rPr lang="en-US" sz="1800" dirty="0"/>
              <a:t>I will tell a grown-up!”</a:t>
            </a:r>
          </a:p>
          <a:p>
            <a:r>
              <a:rPr lang="en-US" sz="1800" dirty="0"/>
              <a:t> You can also run away and tell a trusted adult right away.</a:t>
            </a:r>
          </a:p>
          <a:p>
            <a:pPr marL="0" indent="0">
              <a:buNone/>
            </a:pPr>
            <a:r>
              <a:rPr lang="en-US" sz="1800" b="1" dirty="0"/>
              <a:t>     </a:t>
            </a:r>
            <a:r>
              <a:rPr lang="en-US" sz="1800" b="1" u="sng" dirty="0"/>
              <a:t>Remember</a:t>
            </a:r>
            <a:r>
              <a:rPr lang="en-US" sz="1800" dirty="0"/>
              <a:t>: Your body is yours, and you have the right to say NO. </a:t>
            </a:r>
          </a:p>
          <a:p>
            <a:r>
              <a:rPr lang="en-US" sz="1800" dirty="0"/>
              <a:t>Even if it’s someone you know — if it feels wrong, say NO and tell a trusted adult.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F5CA3-B694-095B-05AF-583118B27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2884" y="828612"/>
            <a:ext cx="2188908" cy="2188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4B8E75-21D4-7C87-2982-E7DBA091A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908" y="3320923"/>
            <a:ext cx="2177396" cy="196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339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5A8-2F0A-BAD8-A169-75445A37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NOW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IT’S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</a:t>
            </a:r>
            <a:r>
              <a:rPr lang="en-IN" dirty="0"/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024ED-7E93-DE8E-0B5A-65C4652A0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Who are your trusted adults?</a:t>
            </a:r>
          </a:p>
          <a:p>
            <a:r>
              <a:rPr lang="en-US" sz="2400" dirty="0"/>
              <a:t>How can you tell a trusted adult if you feel unsafe?</a:t>
            </a:r>
          </a:p>
          <a:p>
            <a:r>
              <a:rPr lang="en-US" sz="2400" dirty="0"/>
              <a:t>If someone wants to touch you in a way you don’t like what will you say?</a:t>
            </a:r>
          </a:p>
          <a:p>
            <a:r>
              <a:rPr lang="en-US" sz="2400" dirty="0"/>
              <a:t>How to Say “</a:t>
            </a:r>
            <a:r>
              <a:rPr lang="en-US" sz="2400" dirty="0" err="1"/>
              <a:t>NO”If</a:t>
            </a:r>
            <a:r>
              <a:rPr lang="en-US" sz="2400" dirty="0"/>
              <a:t> someone asks you to keep a bad secret.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29939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422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Agency FB</vt:lpstr>
      <vt:lpstr>Arial</vt:lpstr>
      <vt:lpstr>Calibri</vt:lpstr>
      <vt:lpstr>Calibri Light</vt:lpstr>
      <vt:lpstr>Office Theme</vt:lpstr>
      <vt:lpstr>TRUSTING ADULTS AND ASKING FOR HELP :</vt:lpstr>
      <vt:lpstr>Who is a Trusted Adult ?</vt:lpstr>
      <vt:lpstr>WHEN YOU SHOULD ASK FOR HELP ?</vt:lpstr>
      <vt:lpstr>PRACTISE SAYING NO :</vt:lpstr>
      <vt:lpstr>WHEN TO SAY NO ?</vt:lpstr>
      <vt:lpstr>NOW IT’S TIME FOR SOME QUESTION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Kumar</dc:creator>
  <cp:lastModifiedBy>Ayush Kumar</cp:lastModifiedBy>
  <cp:revision>2</cp:revision>
  <dcterms:created xsi:type="dcterms:W3CDTF">2025-06-14T09:39:08Z</dcterms:created>
  <dcterms:modified xsi:type="dcterms:W3CDTF">2025-06-14T09:59:50Z</dcterms:modified>
</cp:coreProperties>
</file>